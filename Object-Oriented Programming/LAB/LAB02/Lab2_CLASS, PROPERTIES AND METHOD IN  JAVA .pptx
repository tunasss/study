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embeddedFontLst>
    <p:embeddedFont>
      <p:font typeface="Roboto Mono" panose="020F0502020204030204" pitchFamily="49"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665" autoAdjust="0"/>
  </p:normalViewPr>
  <p:slideViewPr>
    <p:cSldViewPr snapToGrid="0">
      <p:cViewPr varScale="1">
        <p:scale>
          <a:sx n="43" d="100"/>
          <a:sy n="43" d="100"/>
        </p:scale>
        <p:origin x="219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this.name"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d1b5c6cda0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457200" lvl="0" indent="-406400" algn="just" rtl="0">
              <a:lnSpc>
                <a:spcPct val="130000"/>
              </a:lnSpc>
              <a:spcBef>
                <a:spcPts val="0"/>
              </a:spcBef>
              <a:spcAft>
                <a:spcPts val="0"/>
              </a:spcAft>
              <a:buClr>
                <a:srgbClr val="2A2F4F"/>
              </a:buClr>
              <a:buSzPts val="2800"/>
              <a:buChar char="-"/>
            </a:pPr>
            <a:r>
              <a:rPr lang="en-VN" sz="2800" dirty="0">
                <a:solidFill>
                  <a:srgbClr val="2A2F4F"/>
                </a:solidFill>
                <a:latin typeface="Arial"/>
                <a:ea typeface="Arial"/>
                <a:cs typeface="Arial"/>
                <a:sym typeface="Arial"/>
              </a:rPr>
              <a:t>Từng phương thức đặt tên khác nhau</a:t>
            </a:r>
            <a:endParaRPr sz="2800" dirty="0">
              <a:solidFill>
                <a:srgbClr val="2A2F4F"/>
              </a:solidFill>
              <a:latin typeface="Arial"/>
              <a:ea typeface="Arial"/>
              <a:cs typeface="Arial"/>
              <a:sym typeface="Arial"/>
            </a:endParaRPr>
          </a:p>
          <a:p>
            <a:pPr marL="0" lvl="0" indent="0" algn="just" rtl="0">
              <a:lnSpc>
                <a:spcPct val="130000"/>
              </a:lnSpc>
              <a:spcBef>
                <a:spcPts val="0"/>
              </a:spcBef>
              <a:spcAft>
                <a:spcPts val="0"/>
              </a:spcAft>
              <a:buClr>
                <a:schemeClr val="dk1"/>
              </a:buClr>
              <a:buSzPts val="1100"/>
              <a:buFont typeface="Arial"/>
              <a:buNone/>
            </a:pPr>
            <a:r>
              <a:rPr lang="en-VN" sz="2800" dirty="0">
                <a:solidFill>
                  <a:srgbClr val="2A2F4F"/>
                </a:solidFill>
                <a:latin typeface="Arial"/>
                <a:ea typeface="Arial"/>
                <a:cs typeface="Arial"/>
                <a:sym typeface="Arial"/>
              </a:rPr>
              <a:t>⇒ Code rối, khó bảo trì</a:t>
            </a:r>
            <a:endParaRPr sz="2800" dirty="0">
              <a:solidFill>
                <a:srgbClr val="2A2F4F"/>
              </a:solidFill>
              <a:latin typeface="Arial"/>
              <a:ea typeface="Arial"/>
              <a:cs typeface="Arial"/>
              <a:sym typeface="Arial"/>
            </a:endParaRPr>
          </a:p>
          <a:p>
            <a:pPr marL="457200" lvl="0" indent="-406400" algn="just" rtl="0">
              <a:lnSpc>
                <a:spcPct val="130000"/>
              </a:lnSpc>
              <a:spcBef>
                <a:spcPts val="0"/>
              </a:spcBef>
              <a:spcAft>
                <a:spcPts val="0"/>
              </a:spcAft>
              <a:buClr>
                <a:srgbClr val="2A2F4F"/>
              </a:buClr>
              <a:buSzPts val="2800"/>
              <a:buChar char="-"/>
            </a:pPr>
            <a:r>
              <a:rPr lang="en-VN" sz="2800" dirty="0">
                <a:solidFill>
                  <a:srgbClr val="2A2F4F"/>
                </a:solidFill>
                <a:latin typeface="Arial"/>
                <a:ea typeface="Arial"/>
                <a:cs typeface="Arial"/>
                <a:sym typeface="Arial"/>
              </a:rPr>
              <a:t>Nếu cần hỗ trợ nhiều loại dữ liệu</a:t>
            </a:r>
            <a:endParaRPr sz="2800" dirty="0">
              <a:solidFill>
                <a:srgbClr val="2A2F4F"/>
              </a:solidFill>
              <a:latin typeface="Arial"/>
              <a:ea typeface="Arial"/>
              <a:cs typeface="Arial"/>
              <a:sym typeface="Arial"/>
            </a:endParaRPr>
          </a:p>
          <a:p>
            <a:pPr marL="0" lvl="0" indent="0" algn="just" rtl="0">
              <a:lnSpc>
                <a:spcPct val="130000"/>
              </a:lnSpc>
              <a:spcBef>
                <a:spcPts val="0"/>
              </a:spcBef>
              <a:spcAft>
                <a:spcPts val="0"/>
              </a:spcAft>
              <a:buClr>
                <a:schemeClr val="dk1"/>
              </a:buClr>
              <a:buSzPts val="1100"/>
              <a:buFont typeface="Arial"/>
              <a:buNone/>
            </a:pPr>
            <a:r>
              <a:rPr lang="en-VN" sz="2800" dirty="0">
                <a:solidFill>
                  <a:srgbClr val="2A2F4F"/>
                </a:solidFill>
                <a:latin typeface="Arial"/>
                <a:ea typeface="Arial"/>
                <a:cs typeface="Arial"/>
                <a:sym typeface="Arial"/>
              </a:rPr>
              <a:t>⇒ phải tạo thêm nhiều phương thức</a:t>
            </a:r>
            <a:endParaRPr dirty="0"/>
          </a:p>
        </p:txBody>
      </p:sp>
      <p:sp>
        <p:nvSpPr>
          <p:cNvPr id="351" name="Google Shape;351;g3d1b5c6cda0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d1b5c6cda0_0_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64" name="Google Shape;364;g3d1b5c6cda0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d1b5c6cda0_0_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VN" dirty="0"/>
              <a:t>int add(int a, int b)</a:t>
            </a:r>
            <a:endParaRPr dirty="0"/>
          </a:p>
          <a:p>
            <a:pPr marL="0" lvl="0" indent="0" algn="l" rtl="0">
              <a:spcBef>
                <a:spcPts val="0"/>
              </a:spcBef>
              <a:spcAft>
                <a:spcPts val="0"/>
              </a:spcAft>
              <a:buNone/>
            </a:pPr>
            <a:r>
              <a:rPr lang="en-VN" dirty="0"/>
              <a:t>double add(int a, int b) // ❌ lỗi</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VN" dirty="0"/>
              <a:t>Sau khi áp dụng nạp chồng phương thức:</a:t>
            </a:r>
            <a:endParaRPr dirty="0"/>
          </a:p>
          <a:p>
            <a:pPr marL="0" lvl="0" indent="0" algn="l" rtl="0">
              <a:spcBef>
                <a:spcPts val="0"/>
              </a:spcBef>
              <a:spcAft>
                <a:spcPts val="0"/>
              </a:spcAft>
              <a:buNone/>
            </a:pPr>
            <a:r>
              <a:rPr lang="en-VN" dirty="0"/>
              <a:t>- Cải thiện khả năng đọc – Tên phương thức giống nhau, giúp mã dễ hiểu hơn.</a:t>
            </a:r>
            <a:endParaRPr dirty="0"/>
          </a:p>
          <a:p>
            <a:pPr marL="0" lvl="0" indent="0" algn="l" rtl="0">
              <a:spcBef>
                <a:spcPts val="0"/>
              </a:spcBef>
              <a:spcAft>
                <a:spcPts val="0"/>
              </a:spcAft>
              <a:buNone/>
            </a:pPr>
            <a:r>
              <a:rPr lang="en-VN" dirty="0"/>
              <a:t>- Dễ bảo trì hơn – Nếu chúng ta cần mở rộng tính năng, chỉ cần thêm một phương thức nạp chồng khác.</a:t>
            </a:r>
            <a:endParaRPr dirty="0"/>
          </a:p>
          <a:p>
            <a:pPr marL="0" lvl="0" indent="0" algn="l" rtl="0">
              <a:spcBef>
                <a:spcPts val="0"/>
              </a:spcBef>
              <a:spcAft>
                <a:spcPts val="0"/>
              </a:spcAft>
              <a:buNone/>
            </a:pPr>
            <a:r>
              <a:rPr lang="en-VN" dirty="0"/>
              <a:t>- Giảm mã thừa – Chúng ta tránh việc định nghĩa nhiều tên phương thức cho các nhiệm vụ tương tự.</a:t>
            </a:r>
            <a:endParaRPr dirty="0"/>
          </a:p>
          <a:p>
            <a:pPr marL="0" lvl="0" indent="0" algn="l" rtl="0">
              <a:spcBef>
                <a:spcPts val="0"/>
              </a:spcBef>
              <a:spcAft>
                <a:spcPts val="0"/>
              </a:spcAft>
              <a:buNone/>
            </a:pPr>
            <a:endParaRPr dirty="0"/>
          </a:p>
        </p:txBody>
      </p:sp>
      <p:sp>
        <p:nvSpPr>
          <p:cNvPr id="377" name="Google Shape;377;g3d1b5c6cda0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d1b5c6cda0_0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VN"/>
              <a:t>class Car có thể có các thuộc tính như color, brand, speed và các methods như drive, stop, accelerate (tăng tốc)</a:t>
            </a:r>
            <a:endParaRPr/>
          </a:p>
        </p:txBody>
      </p:sp>
      <p:sp>
        <p:nvSpPr>
          <p:cNvPr id="388" name="Google Shape;388;g3d1b5c6cda0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d1b5c6cda0_0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VN"/>
              <a:t>Từ class Car, tạo ra 1 object car1 có các giá trị riêng như sau</a:t>
            </a:r>
            <a:endParaRPr/>
          </a:p>
          <a:p>
            <a:pPr marL="457200" lvl="0" indent="-317500" algn="l" rtl="0">
              <a:spcBef>
                <a:spcPts val="0"/>
              </a:spcBef>
              <a:spcAft>
                <a:spcPts val="0"/>
              </a:spcAft>
              <a:buSzPts val="1400"/>
              <a:buChar char="-"/>
            </a:pPr>
            <a:r>
              <a:rPr lang="en-VN"/>
              <a:t>brand: Toyota</a:t>
            </a:r>
            <a:endParaRPr/>
          </a:p>
          <a:p>
            <a:pPr marL="457200" lvl="0" indent="-317500" algn="l" rtl="0">
              <a:spcBef>
                <a:spcPts val="0"/>
              </a:spcBef>
              <a:spcAft>
                <a:spcPts val="0"/>
              </a:spcAft>
              <a:buSzPts val="1400"/>
              <a:buChar char="-"/>
            </a:pPr>
            <a:r>
              <a:rPr lang="en-VN"/>
              <a:t>màu: đỏ</a:t>
            </a:r>
            <a:endParaRPr/>
          </a:p>
          <a:p>
            <a:pPr marL="457200" lvl="0" indent="-317500" algn="l" rtl="0">
              <a:spcBef>
                <a:spcPts val="0"/>
              </a:spcBef>
              <a:spcAft>
                <a:spcPts val="0"/>
              </a:spcAft>
              <a:buSzPts val="1400"/>
              <a:buChar char="-"/>
            </a:pPr>
            <a:r>
              <a:rPr lang="en-VN"/>
              <a:t>tốc độ: 60</a:t>
            </a:r>
            <a:endParaRPr/>
          </a:p>
          <a:p>
            <a:pPr marL="0" lvl="0" indent="0" algn="l" rtl="0">
              <a:spcBef>
                <a:spcPts val="0"/>
              </a:spcBef>
              <a:spcAft>
                <a:spcPts val="0"/>
              </a:spcAft>
              <a:buNone/>
            </a:pPr>
            <a:endParaRPr/>
          </a:p>
          <a:p>
            <a:pPr marL="0" lvl="0" indent="0" algn="l" rtl="0">
              <a:spcBef>
                <a:spcPts val="0"/>
              </a:spcBef>
              <a:spcAft>
                <a:spcPts val="0"/>
              </a:spcAft>
              <a:buNone/>
            </a:pPr>
            <a:r>
              <a:rPr lang="en-VN"/>
              <a:t>Cùng một class Car, có thể tạo ra nhiều object khác nhau  và mỗi object mang một dữ liệu riêng</a:t>
            </a:r>
            <a:endParaRPr/>
          </a:p>
        </p:txBody>
      </p:sp>
      <p:sp>
        <p:nvSpPr>
          <p:cNvPr id="397" name="Google Shape;397;g3d1b5c6cda0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d1b5c6cda0_0_1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06" name="Google Shape;406;g3d1b5c6cda0_0_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d1b5c6cda0_0_1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VN"/>
              <a:t>Từ một class Dog, ta có thể tạo nhiều object như dog1, dog2. Mỗi object có name và age riêng, nhưng đều có thể thực hiện hành vi bark. Ví dụ này giúp các em thấy rất rõ: cùng cấu trúc nhưng dữ liệu khác nhau.</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VN"/>
              <a:t>Student s1 = new Student(); thì Student là gì và s1 là gì?</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VN"/>
              <a:t>Student là class. s1 là object.</a:t>
            </a:r>
            <a:endParaRPr/>
          </a:p>
          <a:p>
            <a:pPr marL="0" lvl="0" indent="0" algn="l" rtl="0">
              <a:spcBef>
                <a:spcPts val="0"/>
              </a:spcBef>
              <a:spcAft>
                <a:spcPts val="0"/>
              </a:spcAft>
              <a:buClr>
                <a:schemeClr val="dk1"/>
              </a:buClr>
              <a:buSzPts val="1100"/>
              <a:buFont typeface="Arial"/>
              <a:buNone/>
            </a:pPr>
            <a:endParaRPr/>
          </a:p>
          <a:p>
            <a:pPr marL="457200" lvl="0" indent="-317500" algn="l" rtl="0">
              <a:spcBef>
                <a:spcPts val="0"/>
              </a:spcBef>
              <a:spcAft>
                <a:spcPts val="0"/>
              </a:spcAft>
              <a:buSzPts val="1400"/>
              <a:buChar char="-"/>
            </a:pPr>
            <a:r>
              <a:rPr lang="en-VN"/>
              <a:t>Vì sao phải cần từ khóa new?</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VN"/>
              <a:t>Vì new dùng để tạo object trong bộ nhớ. Nếu không có new, ta chưa có một object thật để làm việc.</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VN"/>
              <a:t>Class chỉ là mô tả. Object mới là thực thể cụ thể tồn tại trong bộ nhớ. Hãy nhớ thật chắc: class giống bản thiết kế, object giống sản phẩm được tạo ra từ bản thiết kế đó.</a:t>
            </a:r>
            <a:endParaRPr/>
          </a:p>
          <a:p>
            <a:pPr marL="0" lvl="0" indent="0" algn="l" rtl="0">
              <a:spcBef>
                <a:spcPts val="0"/>
              </a:spcBef>
              <a:spcAft>
                <a:spcPts val="0"/>
              </a:spcAft>
              <a:buNone/>
            </a:pPr>
            <a:endParaRPr/>
          </a:p>
        </p:txBody>
      </p:sp>
      <p:sp>
        <p:nvSpPr>
          <p:cNvPr id="414" name="Google Shape;414;g3d1b5c6cda0_0_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d1b5c6cda0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g3d1b5c6cda0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d1b5c6cda0_0_1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g3d1b5c6cda0_0_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d1b5c6cda0_0_1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VN"/>
              <a:t>Hai object này cùng thuộc class Student, cùng có hai properties là name và age, nhưng giá trị của chúng khác nhau.</a:t>
            </a:r>
            <a:endParaRPr/>
          </a:p>
        </p:txBody>
      </p:sp>
      <p:sp>
        <p:nvSpPr>
          <p:cNvPr id="441" name="Google Shape;441;g3d1b5c6cda0_0_1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d1b5c6cda0_0_1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g3d1b5c6cda0_0_1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d1b5c6cda0_0_17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457200" lvl="0" indent="-317500" algn="l" rtl="0">
              <a:spcBef>
                <a:spcPts val="0"/>
              </a:spcBef>
              <a:spcAft>
                <a:spcPts val="0"/>
              </a:spcAft>
              <a:buSzPts val="1400"/>
              <a:buChar char="-"/>
            </a:pPr>
            <a:r>
              <a:rPr lang="en-VN"/>
              <a:t>Trong giai đoạn đầu, công dụng mà các em dùng thường xuyên nhất là công dụng đầu tiên: phân biệt biến thuộc object (this.name) và biến cục bộ (name) cùng tên.</a:t>
            </a:r>
            <a:endParaRPr/>
          </a:p>
          <a:p>
            <a:pPr marL="457200" lvl="0" indent="-317500" algn="l" rtl="0">
              <a:spcBef>
                <a:spcPts val="0"/>
              </a:spcBef>
              <a:spcAft>
                <a:spcPts val="0"/>
              </a:spcAft>
              <a:buSzPts val="1400"/>
              <a:buChar char="-"/>
            </a:pPr>
            <a:r>
              <a:rPr lang="en-VN"/>
              <a:t>Trong constructor Student, “</a:t>
            </a:r>
            <a:r>
              <a:rPr lang="en-VN" u="sng">
                <a:solidFill>
                  <a:schemeClr val="hlink"/>
                </a:solidFill>
                <a:hlinkClick r:id="rId3"/>
              </a:rPr>
              <a:t>this.name</a:t>
            </a:r>
            <a:r>
              <a:rPr lang="en-VN"/>
              <a:t>” là thuộc tính của object còn biến name bên phải dấu = là tham số được truyền vào constructor</a:t>
            </a:r>
            <a:endParaRPr/>
          </a:p>
          <a:p>
            <a:pPr marL="457200" lvl="0" indent="-317500" algn="l" rtl="0">
              <a:spcBef>
                <a:spcPts val="0"/>
              </a:spcBef>
              <a:spcAft>
                <a:spcPts val="0"/>
              </a:spcAft>
              <a:buSzPts val="1400"/>
              <a:buChar char="-"/>
            </a:pPr>
            <a:r>
              <a:rPr lang="en-VN"/>
              <a:t>“Thuộc tính name của object hiện tại nhận giá trị từ tham số name truyền vào”</a:t>
            </a:r>
            <a:endParaRPr/>
          </a:p>
          <a:p>
            <a:pPr marL="457200" lvl="0" indent="-317500" algn="l" rtl="0">
              <a:spcBef>
                <a:spcPts val="0"/>
              </a:spcBef>
              <a:spcAft>
                <a:spcPts val="0"/>
              </a:spcAft>
              <a:buSzPts val="1400"/>
              <a:buChar char="-"/>
            </a:pPr>
            <a:r>
              <a:rPr lang="en-VN"/>
              <a:t>Nếu không có this mà để “name = name” dẫn đến tham số name đang tự gán cho chính nó, còn thuộc tính name của object không được cập nhật như mong muốn</a:t>
            </a:r>
            <a:endParaRPr/>
          </a:p>
        </p:txBody>
      </p:sp>
      <p:sp>
        <p:nvSpPr>
          <p:cNvPr id="461" name="Google Shape;461;g3d1b5c6cda0_0_1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d1b5c6cda0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g3d1b5c6cda0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d1b5c6cda0_0_19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VN"/>
              <a:t>method overloading thực ra chính là mở rộng từ method</a:t>
            </a:r>
            <a:endParaRPr/>
          </a:p>
          <a:p>
            <a:pPr marL="0" lvl="0" indent="0" algn="l" rtl="0">
              <a:spcBef>
                <a:spcPts val="0"/>
              </a:spcBef>
              <a:spcAft>
                <a:spcPts val="0"/>
              </a:spcAft>
              <a:buNone/>
            </a:pPr>
            <a:r>
              <a:rPr lang="en-VN"/>
              <a:t>một class có thể có nhiều methods cùng tên với tham số khác nhau</a:t>
            </a:r>
            <a:endParaRPr/>
          </a:p>
        </p:txBody>
      </p:sp>
      <p:sp>
        <p:nvSpPr>
          <p:cNvPr id="480" name="Google Shape;480;g3d1b5c6cda0_0_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d1b5c6cda0_0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VN" dirty="0"/>
              <a:t>class là bản thiết kế, còn constructor là bước lắp ráp ban đầu để tạo ra một object hoàn chỉnh. </a:t>
            </a:r>
            <a:endParaRPr dirty="0"/>
          </a:p>
          <a:p>
            <a:pPr marL="0" lvl="0" indent="0" algn="l" rtl="0">
              <a:spcBef>
                <a:spcPts val="0"/>
              </a:spcBef>
              <a:spcAft>
                <a:spcPts val="0"/>
              </a:spcAft>
              <a:buNone/>
            </a:pPr>
            <a:r>
              <a:rPr lang="en-VN" dirty="0"/>
              <a:t>Khi một object vừa được sinh ra, constructor sẽ giúp gán các giá trị ban đầu cho object đó.</a:t>
            </a:r>
            <a:endParaRPr dirty="0"/>
          </a:p>
        </p:txBody>
      </p:sp>
      <p:sp>
        <p:nvSpPr>
          <p:cNvPr id="489" name="Google Shape;489;g3d1b5c6cda0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da2971efaf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VN" sz="1100">
                <a:latin typeface="Arial"/>
                <a:ea typeface="Arial"/>
                <a:cs typeface="Arial"/>
                <a:sym typeface="Arial"/>
              </a:rPr>
              <a:t>Trong ví dụ Car ở lab, default constructor có thể gán brand là Unknown và speed là 0. </a:t>
            </a:r>
            <a:endParaRPr sz="1100">
              <a:latin typeface="Arial"/>
              <a:ea typeface="Arial"/>
              <a:cs typeface="Arial"/>
              <a:sym typeface="Arial"/>
            </a:endParaRPr>
          </a:p>
          <a:p>
            <a:pPr marL="0" lvl="0" indent="0" algn="l" rtl="0">
              <a:spcBef>
                <a:spcPts val="0"/>
              </a:spcBef>
              <a:spcAft>
                <a:spcPts val="0"/>
              </a:spcAft>
              <a:buNone/>
            </a:pPr>
            <a:r>
              <a:rPr lang="en-VN" sz="1100">
                <a:latin typeface="Arial"/>
                <a:ea typeface="Arial"/>
                <a:cs typeface="Arial"/>
                <a:sym typeface="Arial"/>
              </a:rPr>
              <a:t>Khi gọi </a:t>
            </a:r>
            <a:r>
              <a:rPr lang="en-VN" sz="1100">
                <a:solidFill>
                  <a:srgbClr val="188038"/>
                </a:solidFill>
                <a:latin typeface="Roboto Mono"/>
                <a:ea typeface="Roboto Mono"/>
                <a:cs typeface="Roboto Mono"/>
                <a:sym typeface="Roboto Mono"/>
              </a:rPr>
              <a:t>new Car()</a:t>
            </a:r>
            <a:r>
              <a:rPr lang="en-VN" sz="1100">
                <a:latin typeface="Arial"/>
                <a:ea typeface="Arial"/>
                <a:cs typeface="Arial"/>
                <a:sym typeface="Arial"/>
              </a:rPr>
              <a:t>, constructor này sẽ chạy và object được tạo ra với các giá trị mặc định ấy.</a:t>
            </a:r>
            <a:endParaRPr/>
          </a:p>
        </p:txBody>
      </p:sp>
      <p:sp>
        <p:nvSpPr>
          <p:cNvPr id="497" name="Google Shape;497;g3da2971efaf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da2971efaf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VN" sz="1100">
                <a:latin typeface="Arial"/>
                <a:ea typeface="Arial"/>
                <a:cs typeface="Arial"/>
                <a:sym typeface="Arial"/>
              </a:rPr>
              <a:t>Với class Car, ta có thể tạo </a:t>
            </a:r>
            <a:r>
              <a:rPr lang="en-VN" sz="1100">
                <a:solidFill>
                  <a:srgbClr val="188038"/>
                </a:solidFill>
                <a:latin typeface="Roboto Mono"/>
                <a:ea typeface="Roboto Mono"/>
                <a:cs typeface="Roboto Mono"/>
                <a:sym typeface="Roboto Mono"/>
              </a:rPr>
              <a:t>new Car("Toyota", 120)</a:t>
            </a:r>
            <a:endParaRPr sz="1100">
              <a:solidFill>
                <a:srgbClr val="188038"/>
              </a:solidFill>
              <a:latin typeface="Roboto Mono"/>
              <a:ea typeface="Roboto Mono"/>
              <a:cs typeface="Roboto Mono"/>
              <a:sym typeface="Roboto Mono"/>
            </a:endParaRPr>
          </a:p>
          <a:p>
            <a:pPr marL="0" lvl="0" indent="0" algn="l" rtl="0">
              <a:spcBef>
                <a:spcPts val="0"/>
              </a:spcBef>
              <a:spcAft>
                <a:spcPts val="0"/>
              </a:spcAft>
              <a:buNone/>
            </a:pPr>
            <a:r>
              <a:rPr lang="en-VN" sz="1100">
                <a:latin typeface="Arial"/>
                <a:ea typeface="Arial"/>
                <a:cs typeface="Arial"/>
                <a:sym typeface="Arial"/>
              </a:rPr>
              <a:t>Khi đó, object không còn mang giá trị mặc định nữa mà nhận giá trị cụ thể do ta cung cấp.</a:t>
            </a:r>
            <a:endParaRPr/>
          </a:p>
        </p:txBody>
      </p:sp>
      <p:sp>
        <p:nvSpPr>
          <p:cNvPr id="507" name="Google Shape;507;g3da2971efa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3da2971efaf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VN" sz="1100">
                <a:latin typeface="Arial"/>
                <a:ea typeface="Arial"/>
                <a:cs typeface="Arial"/>
                <a:sym typeface="Arial"/>
              </a:rPr>
              <a:t>Nhờ đó, người dùng class có thể tạo object theo nhiều cách khác nhau tùy lượng thông tin họ có tại thời điểm tạo object.</a:t>
            </a:r>
            <a:endParaRPr/>
          </a:p>
        </p:txBody>
      </p:sp>
      <p:sp>
        <p:nvSpPr>
          <p:cNvPr id="517" name="Google Shape;517;g3da2971efaf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3da2971efaf_0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g3da2971efaf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da2971efaf_0_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g3da2971efaf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3da2971efaf_0_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g3da2971efaf_0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da2971efaf_0_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2" name="Google Shape;552;g3da2971efaf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da2971efaf_0_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1" name="Google Shape;561;g3da2971efaf_0_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3da2971efaf_0_8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g3da2971efaf_0_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da2971efaf_0_1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79" name="Google Shape;579;g3da2971efaf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êu đề">
  <p:cSld name="Tiêu đề">
    <p:spTree>
      <p:nvGrpSpPr>
        <p:cNvPr id="1" name="Shape 15"/>
        <p:cNvGrpSpPr/>
        <p:nvPr/>
      </p:nvGrpSpPr>
      <p:grpSpPr>
        <a:xfrm>
          <a:off x="0" y="0"/>
          <a:ext cx="0" cy="0"/>
          <a:chOff x="0" y="0"/>
          <a:chExt cx="0" cy="0"/>
        </a:xfrm>
      </p:grpSpPr>
      <p:sp>
        <p:nvSpPr>
          <p:cNvPr id="16" name="Google Shape;16;p2"/>
          <p:cNvSpPr txBox="1">
            <a:spLocks noGrp="1"/>
          </p:cNvSpPr>
          <p:nvPr>
            <p:ph type="ftr" idx="11"/>
          </p:nvPr>
        </p:nvSpPr>
        <p:spPr>
          <a:xfrm>
            <a:off x="2353680" y="6480629"/>
            <a:ext cx="4288103" cy="23677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p:nvPr/>
        </p:nvSpPr>
        <p:spPr>
          <a:xfrm rot="10800000">
            <a:off x="-1" y="0"/>
            <a:ext cx="12192000" cy="6858000"/>
          </a:xfrm>
          <a:custGeom>
            <a:avLst/>
            <a:gdLst/>
            <a:ahLst/>
            <a:cxnLst/>
            <a:rect l="l" t="t" r="r" b="b"/>
            <a:pathLst>
              <a:path w="12192000" h="6858000" extrusionOk="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2"/>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9" name="Google Shape;19;p2"/>
          <p:cNvGrpSpPr/>
          <p:nvPr/>
        </p:nvGrpSpPr>
        <p:grpSpPr>
          <a:xfrm>
            <a:off x="58527" y="40944"/>
            <a:ext cx="2869771" cy="1563379"/>
            <a:chOff x="44879" y="27296"/>
            <a:chExt cx="2869771" cy="1563379"/>
          </a:xfrm>
        </p:grpSpPr>
        <p:cxnSp>
          <p:nvCxnSpPr>
            <p:cNvPr id="20" name="Google Shape;20;p2"/>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1" name="Google Shape;21;p2"/>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2" name="Google Shape;22;p2"/>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3" name="Google Shape;23;p2"/>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24" name="Google Shape;24;p2"/>
          <p:cNvGrpSpPr/>
          <p:nvPr/>
        </p:nvGrpSpPr>
        <p:grpSpPr>
          <a:xfrm rot="10800000">
            <a:off x="9263702" y="5253677"/>
            <a:ext cx="2869771" cy="1563379"/>
            <a:chOff x="44879" y="27296"/>
            <a:chExt cx="2869771" cy="1563379"/>
          </a:xfrm>
        </p:grpSpPr>
        <p:cxnSp>
          <p:nvCxnSpPr>
            <p:cNvPr id="25" name="Google Shape;25;p2"/>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26" name="Google Shape;26;p2"/>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27" name="Google Shape;27;p2"/>
            <p:cNvCxnSpPr/>
            <p:nvPr/>
          </p:nvCxnSpPr>
          <p:spPr>
            <a:xfrm rot="10800000">
              <a:off x="52214" y="654128"/>
              <a:ext cx="0" cy="936547"/>
            </a:xfrm>
            <a:prstGeom prst="straightConnector1">
              <a:avLst/>
            </a:prstGeom>
            <a:noFill/>
            <a:ln w="38100" cap="rnd" cmpd="sng">
              <a:solidFill>
                <a:srgbClr val="00C6FF"/>
              </a:solidFill>
              <a:prstDash val="solid"/>
              <a:round/>
              <a:headEnd type="none" w="sm" len="sm"/>
              <a:tailEnd type="none" w="sm" len="sm"/>
            </a:ln>
          </p:spPr>
        </p:cxnSp>
      </p:grpSp>
      <p:sp>
        <p:nvSpPr>
          <p:cNvPr id="28" name="Google Shape;28;p2"/>
          <p:cNvSpPr/>
          <p:nvPr/>
        </p:nvSpPr>
        <p:spPr>
          <a:xfrm flipH="1">
            <a:off x="5441009" y="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4705"/>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 name="Google Shape;29;p2"/>
          <p:cNvSpPr/>
          <p:nvPr/>
        </p:nvSpPr>
        <p:spPr>
          <a:xfrm rot="10800000" flipH="1">
            <a:off x="0" y="655320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4705"/>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0" name="Google Shape;30;p2" descr="A picture containing clipart, vector graphics&#10;&#10;Description automatically generated"/>
          <p:cNvPicPr preferRelativeResize="0"/>
          <p:nvPr/>
        </p:nvPicPr>
        <p:blipFill rotWithShape="1">
          <a:blip r:embed="rId3">
            <a:alphaModFix/>
          </a:blip>
          <a:srcRect/>
          <a:stretch/>
        </p:blipFill>
        <p:spPr>
          <a:xfrm>
            <a:off x="412638" y="362637"/>
            <a:ext cx="544288" cy="450213"/>
          </a:xfrm>
          <a:prstGeom prst="rect">
            <a:avLst/>
          </a:prstGeom>
          <a:noFill/>
          <a:ln>
            <a:noFill/>
          </a:ln>
        </p:spPr>
      </p:pic>
      <p:sp>
        <p:nvSpPr>
          <p:cNvPr id="31" name="Google Shape;31;p2"/>
          <p:cNvSpPr txBox="1"/>
          <p:nvPr/>
        </p:nvSpPr>
        <p:spPr>
          <a:xfrm>
            <a:off x="956926" y="326133"/>
            <a:ext cx="3996607"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VN" sz="1400" b="0" i="0" u="none" strike="noStrike" cap="none">
                <a:solidFill>
                  <a:srgbClr val="000046"/>
                </a:solidFill>
                <a:latin typeface="Arial"/>
                <a:ea typeface="Arial"/>
                <a:cs typeface="Arial"/>
                <a:sym typeface="Arial"/>
              </a:rPr>
              <a:t>ĐẠI HỌC QUỐC GIA TP. HỒ CHÍ MINH</a:t>
            </a:r>
            <a:endParaRPr/>
          </a:p>
          <a:p>
            <a:pPr marL="0" marR="0" lvl="0" indent="0" algn="l" rtl="0">
              <a:spcBef>
                <a:spcPts val="0"/>
              </a:spcBef>
              <a:spcAft>
                <a:spcPts val="0"/>
              </a:spcAft>
              <a:buNone/>
            </a:pPr>
            <a:r>
              <a:rPr lang="en-VN" sz="1400" b="1">
                <a:solidFill>
                  <a:srgbClr val="000046"/>
                </a:solidFill>
                <a:latin typeface="Arial"/>
                <a:ea typeface="Arial"/>
                <a:cs typeface="Arial"/>
                <a:sym typeface="Arial"/>
              </a:rPr>
              <a:t>TRƯỜNG ĐẠI HỌC CÔNG NGHỆ THÔNG TIN</a:t>
            </a:r>
            <a:endParaRPr/>
          </a:p>
        </p:txBody>
      </p:sp>
      <p:sp>
        <p:nvSpPr>
          <p:cNvPr id="32" name="Google Shape;32;p2"/>
          <p:cNvSpPr/>
          <p:nvPr/>
        </p:nvSpPr>
        <p:spPr>
          <a:xfrm>
            <a:off x="105836" y="6604291"/>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3" name="Google Shape;33;p2"/>
          <p:cNvSpPr txBox="1">
            <a:spLocks noGrp="1"/>
          </p:cNvSpPr>
          <p:nvPr>
            <p:ph type="sldNum" idx="12"/>
          </p:nvPr>
        </p:nvSpPr>
        <p:spPr>
          <a:xfrm>
            <a:off x="75604" y="6587552"/>
            <a:ext cx="291600" cy="291600"/>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buNone/>
              <a:defRPr sz="700" b="0" i="0" u="none" strike="noStrike" cap="none">
                <a:solidFill>
                  <a:schemeClr val="dk1"/>
                </a:solidFill>
                <a:latin typeface="Arial"/>
                <a:ea typeface="Arial"/>
                <a:cs typeface="Arial"/>
                <a:sym typeface="Arial"/>
              </a:defRPr>
            </a:lvl1pPr>
            <a:lvl2pPr marL="0" marR="0" lvl="1" indent="0" algn="ctr">
              <a:spcBef>
                <a:spcPts val="0"/>
              </a:spcBef>
              <a:buNone/>
              <a:defRPr sz="700" b="0" i="0" u="none" strike="noStrike" cap="none">
                <a:solidFill>
                  <a:schemeClr val="dk1"/>
                </a:solidFill>
                <a:latin typeface="Arial"/>
                <a:ea typeface="Arial"/>
                <a:cs typeface="Arial"/>
                <a:sym typeface="Arial"/>
              </a:defRPr>
            </a:lvl2pPr>
            <a:lvl3pPr marL="0" marR="0" lvl="2" indent="0" algn="ctr">
              <a:spcBef>
                <a:spcPts val="0"/>
              </a:spcBef>
              <a:buNone/>
              <a:defRPr sz="700" b="0" i="0" u="none" strike="noStrike" cap="none">
                <a:solidFill>
                  <a:schemeClr val="dk1"/>
                </a:solidFill>
                <a:latin typeface="Arial"/>
                <a:ea typeface="Arial"/>
                <a:cs typeface="Arial"/>
                <a:sym typeface="Arial"/>
              </a:defRPr>
            </a:lvl3pPr>
            <a:lvl4pPr marL="0" marR="0" lvl="3" indent="0" algn="ctr">
              <a:spcBef>
                <a:spcPts val="0"/>
              </a:spcBef>
              <a:buNone/>
              <a:defRPr sz="700" b="0" i="0" u="none" strike="noStrike" cap="none">
                <a:solidFill>
                  <a:schemeClr val="dk1"/>
                </a:solidFill>
                <a:latin typeface="Arial"/>
                <a:ea typeface="Arial"/>
                <a:cs typeface="Arial"/>
                <a:sym typeface="Arial"/>
              </a:defRPr>
            </a:lvl4pPr>
            <a:lvl5pPr marL="0" marR="0" lvl="4" indent="0" algn="ctr">
              <a:spcBef>
                <a:spcPts val="0"/>
              </a:spcBef>
              <a:buNone/>
              <a:defRPr sz="700" b="0" i="0" u="none" strike="noStrike" cap="none">
                <a:solidFill>
                  <a:schemeClr val="dk1"/>
                </a:solidFill>
                <a:latin typeface="Arial"/>
                <a:ea typeface="Arial"/>
                <a:cs typeface="Arial"/>
                <a:sym typeface="Arial"/>
              </a:defRPr>
            </a:lvl5pPr>
            <a:lvl6pPr marL="0" marR="0" lvl="5" indent="0" algn="ctr">
              <a:spcBef>
                <a:spcPts val="0"/>
              </a:spcBef>
              <a:buNone/>
              <a:defRPr sz="700" b="0" i="0" u="none" strike="noStrike" cap="none">
                <a:solidFill>
                  <a:schemeClr val="dk1"/>
                </a:solidFill>
                <a:latin typeface="Arial"/>
                <a:ea typeface="Arial"/>
                <a:cs typeface="Arial"/>
                <a:sym typeface="Arial"/>
              </a:defRPr>
            </a:lvl6pPr>
            <a:lvl7pPr marL="0" marR="0" lvl="6" indent="0" algn="ctr">
              <a:spcBef>
                <a:spcPts val="0"/>
              </a:spcBef>
              <a:buNone/>
              <a:defRPr sz="700" b="0" i="0" u="none" strike="noStrike" cap="none">
                <a:solidFill>
                  <a:schemeClr val="dk1"/>
                </a:solidFill>
                <a:latin typeface="Arial"/>
                <a:ea typeface="Arial"/>
                <a:cs typeface="Arial"/>
                <a:sym typeface="Arial"/>
              </a:defRPr>
            </a:lvl7pPr>
            <a:lvl8pPr marL="0" marR="0" lvl="7" indent="0" algn="ctr">
              <a:spcBef>
                <a:spcPts val="0"/>
              </a:spcBef>
              <a:buNone/>
              <a:defRPr sz="700" b="0" i="0" u="none" strike="noStrike" cap="none">
                <a:solidFill>
                  <a:schemeClr val="dk1"/>
                </a:solidFill>
                <a:latin typeface="Arial"/>
                <a:ea typeface="Arial"/>
                <a:cs typeface="Arial"/>
                <a:sym typeface="Arial"/>
              </a:defRPr>
            </a:lvl8pPr>
            <a:lvl9pPr marL="0" marR="0" lvl="8" indent="0" algn="ctr">
              <a:spcBef>
                <a:spcPts val="0"/>
              </a:spcBef>
              <a:buNone/>
              <a:defRPr sz="7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sp>
        <p:nvSpPr>
          <p:cNvPr id="34" name="Google Shape;34;p2"/>
          <p:cNvSpPr txBox="1">
            <a:spLocks noGrp="1"/>
          </p:cNvSpPr>
          <p:nvPr>
            <p:ph type="body" idx="1"/>
          </p:nvPr>
        </p:nvSpPr>
        <p:spPr>
          <a:xfrm>
            <a:off x="1850807" y="2208158"/>
            <a:ext cx="8490387" cy="69616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000046"/>
              </a:buClr>
              <a:buSzPts val="4400"/>
              <a:buNone/>
              <a:defRPr sz="4400" b="1">
                <a:solidFill>
                  <a:srgbClr val="000046"/>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2"/>
          <p:cNvSpPr txBox="1">
            <a:spLocks noGrp="1"/>
          </p:cNvSpPr>
          <p:nvPr>
            <p:ph type="body" idx="2"/>
          </p:nvPr>
        </p:nvSpPr>
        <p:spPr>
          <a:xfrm>
            <a:off x="876991" y="3039455"/>
            <a:ext cx="10438019" cy="459447"/>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rgbClr val="000046"/>
              </a:buClr>
              <a:buSzPts val="2800"/>
              <a:buNone/>
              <a:defRPr sz="2800" b="1">
                <a:solidFill>
                  <a:srgbClr val="000046"/>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
          <p:cNvSpPr txBox="1">
            <a:spLocks noGrp="1"/>
          </p:cNvSpPr>
          <p:nvPr>
            <p:ph type="body" idx="3"/>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lt1"/>
              </a:buClr>
              <a:buSzPts val="1400"/>
              <a:buNone/>
              <a:defRPr sz="1400" b="1" i="0">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
          <p:cNvSpPr txBox="1">
            <a:spLocks noGrp="1"/>
          </p:cNvSpPr>
          <p:nvPr>
            <p:ph type="body" idx="4"/>
          </p:nvPr>
        </p:nvSpPr>
        <p:spPr>
          <a:xfrm>
            <a:off x="1850807" y="3630811"/>
            <a:ext cx="8490387" cy="64421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A5A5A5"/>
              </a:buClr>
              <a:buSzPts val="1200"/>
              <a:buNone/>
              <a:defRPr sz="1200">
                <a:solidFill>
                  <a:srgbClr val="A5A5A5"/>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
          <p:cNvSpPr txBox="1">
            <a:spLocks noGrp="1"/>
          </p:cNvSpPr>
          <p:nvPr>
            <p:ph type="dt" idx="10"/>
          </p:nvPr>
        </p:nvSpPr>
        <p:spPr>
          <a:xfrm>
            <a:off x="6767806" y="6476999"/>
            <a:ext cx="2495896" cy="2367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Tiêu đề chương">
  <p:cSld name="3_Tiêu đề chương">
    <p:spTree>
      <p:nvGrpSpPr>
        <p:cNvPr id="1" name="Shape 39"/>
        <p:cNvGrpSpPr/>
        <p:nvPr/>
      </p:nvGrpSpPr>
      <p:grpSpPr>
        <a:xfrm>
          <a:off x="0" y="0"/>
          <a:ext cx="0" cy="0"/>
          <a:chOff x="0" y="0"/>
          <a:chExt cx="0" cy="0"/>
        </a:xfrm>
      </p:grpSpPr>
      <p:pic>
        <p:nvPicPr>
          <p:cNvPr id="40" name="Google Shape;40;p3" descr="Background pattern&#10;&#10;Description automatically generated"/>
          <p:cNvPicPr preferRelativeResize="0"/>
          <p:nvPr/>
        </p:nvPicPr>
        <p:blipFill rotWithShape="1">
          <a:blip r:embed="rId2">
            <a:alphaModFix/>
          </a:blip>
          <a:srcRect/>
          <a:stretch/>
        </p:blipFill>
        <p:spPr>
          <a:xfrm>
            <a:off x="-1" y="-1"/>
            <a:ext cx="12192001" cy="6854889"/>
          </a:xfrm>
          <a:prstGeom prst="rect">
            <a:avLst/>
          </a:prstGeom>
          <a:noFill/>
          <a:ln>
            <a:noFill/>
          </a:ln>
        </p:spPr>
      </p:pic>
      <p:sp>
        <p:nvSpPr>
          <p:cNvPr id="41" name="Google Shape;41;p3"/>
          <p:cNvSpPr/>
          <p:nvPr/>
        </p:nvSpPr>
        <p:spPr>
          <a:xfrm>
            <a:off x="-1" y="-3113"/>
            <a:ext cx="12192000" cy="6858000"/>
          </a:xfrm>
          <a:prstGeom prst="rect">
            <a:avLst/>
          </a:prstGeom>
          <a:gradFill>
            <a:gsLst>
              <a:gs pos="0">
                <a:srgbClr val="0A4671">
                  <a:alpha val="74901"/>
                </a:srgbClr>
              </a:gs>
              <a:gs pos="100000">
                <a:srgbClr val="0A467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 name="Google Shape;42;p3"/>
          <p:cNvSpPr/>
          <p:nvPr/>
        </p:nvSpPr>
        <p:spPr>
          <a:xfrm rot="10800000">
            <a:off x="0" y="0"/>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3" name="Google Shape;43;p3"/>
          <p:cNvGrpSpPr/>
          <p:nvPr/>
        </p:nvGrpSpPr>
        <p:grpSpPr>
          <a:xfrm>
            <a:off x="58527" y="40944"/>
            <a:ext cx="2869771" cy="1563379"/>
            <a:chOff x="44879" y="27296"/>
            <a:chExt cx="2869771" cy="1563379"/>
          </a:xfrm>
        </p:grpSpPr>
        <p:cxnSp>
          <p:nvCxnSpPr>
            <p:cNvPr id="44" name="Google Shape;44;p3"/>
            <p:cNvCxnSpPr/>
            <p:nvPr/>
          </p:nvCxnSpPr>
          <p:spPr>
            <a:xfrm rot="10800000">
              <a:off x="766351" y="34631"/>
              <a:ext cx="2148299" cy="0"/>
            </a:xfrm>
            <a:prstGeom prst="straightConnector1">
              <a:avLst/>
            </a:prstGeom>
            <a:noFill/>
            <a:ln w="38100" cap="flat" cmpd="sng">
              <a:solidFill>
                <a:srgbClr val="00F7FF"/>
              </a:solidFill>
              <a:prstDash val="solid"/>
              <a:miter lim="800000"/>
              <a:headEnd type="none" w="sm" len="sm"/>
              <a:tailEnd type="none" w="sm" len="sm"/>
            </a:ln>
          </p:spPr>
        </p:cxnSp>
        <p:cxnSp>
          <p:nvCxnSpPr>
            <p:cNvPr id="45" name="Google Shape;45;p3"/>
            <p:cNvCxnSpPr/>
            <p:nvPr/>
          </p:nvCxnSpPr>
          <p:spPr>
            <a:xfrm flipH="1">
              <a:off x="44879" y="27296"/>
              <a:ext cx="737495" cy="644210"/>
            </a:xfrm>
            <a:prstGeom prst="straightConnector1">
              <a:avLst/>
            </a:prstGeom>
            <a:noFill/>
            <a:ln w="38100" cap="flat" cmpd="sng">
              <a:solidFill>
                <a:srgbClr val="00F7FF"/>
              </a:solidFill>
              <a:prstDash val="solid"/>
              <a:miter lim="800000"/>
              <a:headEnd type="none" w="sm" len="sm"/>
              <a:tailEnd type="none" w="sm" len="sm"/>
            </a:ln>
          </p:spPr>
        </p:cxnSp>
        <p:cxnSp>
          <p:nvCxnSpPr>
            <p:cNvPr id="46" name="Google Shape;46;p3"/>
            <p:cNvCxnSpPr/>
            <p:nvPr/>
          </p:nvCxnSpPr>
          <p:spPr>
            <a:xfrm rot="10800000">
              <a:off x="52214" y="654128"/>
              <a:ext cx="0" cy="936547"/>
            </a:xfrm>
            <a:prstGeom prst="straightConnector1">
              <a:avLst/>
            </a:prstGeom>
            <a:noFill/>
            <a:ln w="38100" cap="flat" cmpd="sng">
              <a:solidFill>
                <a:srgbClr val="00F7FF"/>
              </a:solidFill>
              <a:prstDash val="solid"/>
              <a:miter lim="800000"/>
              <a:headEnd type="none" w="sm" len="sm"/>
              <a:tailEnd type="none" w="sm" len="sm"/>
            </a:ln>
          </p:spPr>
        </p:cxnSp>
      </p:grpSp>
      <p:sp>
        <p:nvSpPr>
          <p:cNvPr id="47" name="Google Shape;47;p3"/>
          <p:cNvSpPr/>
          <p:nvPr/>
        </p:nvSpPr>
        <p:spPr>
          <a:xfrm>
            <a:off x="11476383" y="6241089"/>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8" name="Google Shape;48;p3"/>
          <p:cNvGrpSpPr/>
          <p:nvPr/>
        </p:nvGrpSpPr>
        <p:grpSpPr>
          <a:xfrm rot="10800000">
            <a:off x="9263702" y="5253677"/>
            <a:ext cx="2869771" cy="1563379"/>
            <a:chOff x="44879" y="27296"/>
            <a:chExt cx="2869771" cy="1563379"/>
          </a:xfrm>
        </p:grpSpPr>
        <p:cxnSp>
          <p:nvCxnSpPr>
            <p:cNvPr id="49" name="Google Shape;49;p3"/>
            <p:cNvCxnSpPr/>
            <p:nvPr/>
          </p:nvCxnSpPr>
          <p:spPr>
            <a:xfrm rot="10800000">
              <a:off x="766351" y="34631"/>
              <a:ext cx="2148299" cy="0"/>
            </a:xfrm>
            <a:prstGeom prst="straightConnector1">
              <a:avLst/>
            </a:prstGeom>
            <a:noFill/>
            <a:ln w="38100" cap="rnd" cmpd="sng">
              <a:solidFill>
                <a:srgbClr val="00F7FF"/>
              </a:solidFill>
              <a:prstDash val="solid"/>
              <a:round/>
              <a:headEnd type="none" w="sm" len="sm"/>
              <a:tailEnd type="none" w="sm" len="sm"/>
            </a:ln>
          </p:spPr>
        </p:cxnSp>
        <p:cxnSp>
          <p:nvCxnSpPr>
            <p:cNvPr id="50" name="Google Shape;50;p3"/>
            <p:cNvCxnSpPr/>
            <p:nvPr/>
          </p:nvCxnSpPr>
          <p:spPr>
            <a:xfrm flipH="1">
              <a:off x="44879" y="27296"/>
              <a:ext cx="737495" cy="644210"/>
            </a:xfrm>
            <a:prstGeom prst="straightConnector1">
              <a:avLst/>
            </a:prstGeom>
            <a:noFill/>
            <a:ln w="38100" cap="rnd" cmpd="sng">
              <a:solidFill>
                <a:srgbClr val="00F7FF"/>
              </a:solidFill>
              <a:prstDash val="solid"/>
              <a:round/>
              <a:headEnd type="none" w="sm" len="sm"/>
              <a:tailEnd type="none" w="sm" len="sm"/>
            </a:ln>
          </p:spPr>
        </p:cxnSp>
        <p:cxnSp>
          <p:nvCxnSpPr>
            <p:cNvPr id="51" name="Google Shape;51;p3"/>
            <p:cNvCxnSpPr/>
            <p:nvPr/>
          </p:nvCxnSpPr>
          <p:spPr>
            <a:xfrm rot="10800000">
              <a:off x="52214" y="654128"/>
              <a:ext cx="0" cy="936547"/>
            </a:xfrm>
            <a:prstGeom prst="straightConnector1">
              <a:avLst/>
            </a:prstGeom>
            <a:noFill/>
            <a:ln w="38100" cap="rnd" cmpd="sng">
              <a:solidFill>
                <a:srgbClr val="00F7FF"/>
              </a:solidFill>
              <a:prstDash val="solid"/>
              <a:round/>
              <a:headEnd type="none" w="sm" len="sm"/>
              <a:tailEnd type="none" w="sm" len="sm"/>
            </a:ln>
          </p:spPr>
        </p:cxnSp>
      </p:grpSp>
      <p:sp>
        <p:nvSpPr>
          <p:cNvPr id="52" name="Google Shape;52;p3"/>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 name="Google Shape;53;p3"/>
          <p:cNvSpPr txBox="1">
            <a:spLocks noGrp="1"/>
          </p:cNvSpPr>
          <p:nvPr>
            <p:ph type="dt" idx="10"/>
          </p:nvPr>
        </p:nvSpPr>
        <p:spPr>
          <a:xfrm>
            <a:off x="6060300" y="6481647"/>
            <a:ext cx="2090098"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3"/>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
          <p:cNvSpPr/>
          <p:nvPr/>
        </p:nvSpPr>
        <p:spPr>
          <a:xfrm>
            <a:off x="95208" y="658315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56" name="Google Shape;56;p3"/>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sp>
        <p:nvSpPr>
          <p:cNvPr id="57" name="Google Shape;57;p3"/>
          <p:cNvSpPr>
            <a:spLocks noGrp="1"/>
          </p:cNvSpPr>
          <p:nvPr>
            <p:ph type="body" idx="1"/>
          </p:nvPr>
        </p:nvSpPr>
        <p:spPr>
          <a:xfrm>
            <a:off x="1704109" y="3019167"/>
            <a:ext cx="4583866" cy="1439258"/>
          </a:xfrm>
          <a:prstGeom prst="roundRect">
            <a:avLst>
              <a:gd name="adj" fmla="val 2631"/>
            </a:avLst>
          </a:prstGeom>
          <a:solidFill>
            <a:srgbClr val="F2F2F2"/>
          </a:solidFill>
          <a:ln w="19050" cap="rnd" cmpd="sng">
            <a:solidFill>
              <a:srgbClr val="00C6FF"/>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72FF"/>
              </a:buClr>
              <a:buSzPts val="2000"/>
              <a:buNone/>
              <a:defRPr sz="2000" b="1" i="0">
                <a:solidFill>
                  <a:srgbClr val="0072FF"/>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58" name="Google Shape;58;p3"/>
          <p:cNvGrpSpPr/>
          <p:nvPr/>
        </p:nvGrpSpPr>
        <p:grpSpPr>
          <a:xfrm>
            <a:off x="-1" y="4458425"/>
            <a:ext cx="8647103" cy="664514"/>
            <a:chOff x="-349411" y="1322122"/>
            <a:chExt cx="8647103" cy="664514"/>
          </a:xfrm>
        </p:grpSpPr>
        <p:cxnSp>
          <p:nvCxnSpPr>
            <p:cNvPr id="59" name="Google Shape;59;p3"/>
            <p:cNvCxnSpPr/>
            <p:nvPr/>
          </p:nvCxnSpPr>
          <p:spPr>
            <a:xfrm>
              <a:off x="-349411" y="1986636"/>
              <a:ext cx="6360520" cy="0"/>
            </a:xfrm>
            <a:prstGeom prst="straightConnector1">
              <a:avLst/>
            </a:prstGeom>
            <a:noFill/>
            <a:ln w="38100" cap="rnd" cmpd="sng">
              <a:solidFill>
                <a:srgbClr val="00F7FF"/>
              </a:solidFill>
              <a:prstDash val="solid"/>
              <a:round/>
              <a:headEnd type="none" w="sm" len="sm"/>
              <a:tailEnd type="none" w="sm" len="sm"/>
            </a:ln>
          </p:spPr>
        </p:cxnSp>
        <p:cxnSp>
          <p:nvCxnSpPr>
            <p:cNvPr id="60" name="Google Shape;60;p3"/>
            <p:cNvCxnSpPr/>
            <p:nvPr/>
          </p:nvCxnSpPr>
          <p:spPr>
            <a:xfrm rot="10800000" flipH="1">
              <a:off x="6011109" y="1480500"/>
              <a:ext cx="591405" cy="506136"/>
            </a:xfrm>
            <a:prstGeom prst="straightConnector1">
              <a:avLst/>
            </a:prstGeom>
            <a:noFill/>
            <a:ln w="38100" cap="rnd" cmpd="sng">
              <a:solidFill>
                <a:srgbClr val="00F7FF"/>
              </a:solidFill>
              <a:prstDash val="solid"/>
              <a:round/>
              <a:headEnd type="none" w="sm" len="sm"/>
              <a:tailEnd type="none" w="sm" len="sm"/>
            </a:ln>
          </p:spPr>
        </p:cxnSp>
        <p:cxnSp>
          <p:nvCxnSpPr>
            <p:cNvPr id="61" name="Google Shape;61;p3"/>
            <p:cNvCxnSpPr/>
            <p:nvPr/>
          </p:nvCxnSpPr>
          <p:spPr>
            <a:xfrm>
              <a:off x="6602514" y="1480500"/>
              <a:ext cx="1378423" cy="0"/>
            </a:xfrm>
            <a:prstGeom prst="straightConnector1">
              <a:avLst/>
            </a:prstGeom>
            <a:noFill/>
            <a:ln w="38100" cap="rnd" cmpd="sng">
              <a:solidFill>
                <a:srgbClr val="00F7FF"/>
              </a:solidFill>
              <a:prstDash val="solid"/>
              <a:round/>
              <a:headEnd type="none" w="sm" len="sm"/>
              <a:tailEnd type="none" w="sm" len="sm"/>
            </a:ln>
          </p:spPr>
        </p:cxnSp>
        <p:sp>
          <p:nvSpPr>
            <p:cNvPr id="62" name="Google Shape;62;p3"/>
            <p:cNvSpPr/>
            <p:nvPr/>
          </p:nvSpPr>
          <p:spPr>
            <a:xfrm>
              <a:off x="7980937" y="1322122"/>
              <a:ext cx="316755" cy="316755"/>
            </a:xfrm>
            <a:prstGeom prst="ellipse">
              <a:avLst/>
            </a:prstGeom>
            <a:gradFill>
              <a:gsLst>
                <a:gs pos="0">
                  <a:srgbClr val="00F7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63" name="Google Shape;63;p3"/>
          <p:cNvSpPr/>
          <p:nvPr/>
        </p:nvSpPr>
        <p:spPr>
          <a:xfrm>
            <a:off x="796022" y="2736380"/>
            <a:ext cx="2019600" cy="2019600"/>
          </a:xfrm>
          <a:prstGeom prst="ellipse">
            <a:avLst/>
          </a:prstGeom>
          <a:gradFill>
            <a:gsLst>
              <a:gs pos="0">
                <a:srgbClr val="00C6FF"/>
              </a:gs>
              <a:gs pos="100000">
                <a:srgbClr val="0072FF"/>
              </a:gs>
            </a:gsLst>
            <a:lin ang="5400000" scaled="0"/>
          </a:gradFill>
          <a:ln w="12700" cap="flat" cmpd="sng">
            <a:solidFill>
              <a:srgbClr val="00C6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 name="Google Shape;64;p3"/>
          <p:cNvSpPr>
            <a:spLocks noGrp="1"/>
          </p:cNvSpPr>
          <p:nvPr>
            <p:ph type="pic" idx="2"/>
          </p:nvPr>
        </p:nvSpPr>
        <p:spPr>
          <a:xfrm>
            <a:off x="690326" y="2728996"/>
            <a:ext cx="2020888" cy="2019600"/>
          </a:xfrm>
          <a:prstGeom prst="ellipse">
            <a:avLst/>
          </a:prstGeom>
          <a:solidFill>
            <a:schemeClr val="lt1"/>
          </a:solidFill>
          <a:ln w="19050" cap="flat" cmpd="sng">
            <a:solidFill>
              <a:srgbClr val="00F7FF"/>
            </a:solidFill>
            <a:prstDash val="solid"/>
            <a:round/>
            <a:headEnd type="none" w="sm" len="sm"/>
            <a:tailEnd type="none" w="sm" len="sm"/>
          </a:ln>
          <a:effectLst>
            <a:outerShdw blurRad="63500" sx="102000" sy="102000" algn="ctr" rotWithShape="0">
              <a:srgbClr val="000000">
                <a:alpha val="40000"/>
              </a:srgbClr>
            </a:outerShdw>
          </a:effectLst>
        </p:spPr>
      </p:sp>
      <p:sp>
        <p:nvSpPr>
          <p:cNvPr id="65" name="Google Shape;65;p3"/>
          <p:cNvSpPr txBox="1">
            <a:spLocks noGrp="1"/>
          </p:cNvSpPr>
          <p:nvPr>
            <p:ph type="body" idx="3"/>
          </p:nvPr>
        </p:nvSpPr>
        <p:spPr>
          <a:xfrm>
            <a:off x="2711214" y="2263753"/>
            <a:ext cx="3576761" cy="622002"/>
          </a:xfrm>
          <a:prstGeom prst="rect">
            <a:avLst/>
          </a:prstGeom>
          <a:noFill/>
          <a:ln>
            <a:noFill/>
          </a:ln>
        </p:spPr>
        <p:txBody>
          <a:bodyPr spcFirstLastPara="1" wrap="square" lIns="91425" tIns="45700" rIns="91425" bIns="45700" anchor="ctr" anchorCtr="0">
            <a:noAutofit/>
          </a:bodyPr>
          <a:lstStyle>
            <a:lvl1pPr marL="457200" lvl="0" indent="-228600" algn="r">
              <a:lnSpc>
                <a:spcPct val="90000"/>
              </a:lnSpc>
              <a:spcBef>
                <a:spcPts val="1000"/>
              </a:spcBef>
              <a:spcAft>
                <a:spcPts val="0"/>
              </a:spcAft>
              <a:buClr>
                <a:srgbClr val="00F7FF"/>
              </a:buClr>
              <a:buSzPts val="3600"/>
              <a:buNone/>
              <a:defRPr sz="36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Mục lục">
  <p:cSld name="1_Mục lục">
    <p:spTree>
      <p:nvGrpSpPr>
        <p:cNvPr id="1" name="Shape 66"/>
        <p:cNvGrpSpPr/>
        <p:nvPr/>
      </p:nvGrpSpPr>
      <p:grpSpPr>
        <a:xfrm>
          <a:off x="0" y="0"/>
          <a:ext cx="0" cy="0"/>
          <a:chOff x="0" y="0"/>
          <a:chExt cx="0" cy="0"/>
        </a:xfrm>
      </p:grpSpPr>
      <p:sp>
        <p:nvSpPr>
          <p:cNvPr id="67" name="Google Shape;67;p4"/>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68" name="Google Shape;68;p4"/>
          <p:cNvGrpSpPr/>
          <p:nvPr/>
        </p:nvGrpSpPr>
        <p:grpSpPr>
          <a:xfrm rot="10800000">
            <a:off x="9263702" y="5930537"/>
            <a:ext cx="2869771" cy="886519"/>
            <a:chOff x="44879" y="27296"/>
            <a:chExt cx="2869771" cy="886519"/>
          </a:xfrm>
        </p:grpSpPr>
        <p:cxnSp>
          <p:nvCxnSpPr>
            <p:cNvPr id="69" name="Google Shape;69;p4"/>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70" name="Google Shape;70;p4"/>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71" name="Google Shape;71;p4"/>
            <p:cNvCxnSpPr/>
            <p:nvPr/>
          </p:nvCxnSpPr>
          <p:spPr>
            <a:xfrm rot="10800000">
              <a:off x="52214" y="654128"/>
              <a:ext cx="0" cy="259687"/>
            </a:xfrm>
            <a:prstGeom prst="straightConnector1">
              <a:avLst/>
            </a:prstGeom>
            <a:noFill/>
            <a:ln w="38100" cap="rnd" cmpd="sng">
              <a:solidFill>
                <a:srgbClr val="00C6FF"/>
              </a:solidFill>
              <a:prstDash val="solid"/>
              <a:round/>
              <a:headEnd type="none" w="sm" len="sm"/>
              <a:tailEnd type="none" w="sm" len="sm"/>
            </a:ln>
          </p:spPr>
        </p:cxnSp>
      </p:grpSp>
      <p:sp>
        <p:nvSpPr>
          <p:cNvPr id="72" name="Google Shape;72;p4"/>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73" name="Google Shape;73;p4"/>
          <p:cNvGrpSpPr/>
          <p:nvPr/>
        </p:nvGrpSpPr>
        <p:grpSpPr>
          <a:xfrm>
            <a:off x="-2323526" y="1121391"/>
            <a:ext cx="4841288" cy="5054000"/>
            <a:chOff x="-1259888" y="901609"/>
            <a:chExt cx="4841288" cy="5054000"/>
          </a:xfrm>
        </p:grpSpPr>
        <p:grpSp>
          <p:nvGrpSpPr>
            <p:cNvPr id="74" name="Google Shape;74;p4"/>
            <p:cNvGrpSpPr/>
            <p:nvPr/>
          </p:nvGrpSpPr>
          <p:grpSpPr>
            <a:xfrm>
              <a:off x="-1225468" y="901609"/>
              <a:ext cx="4806868" cy="664514"/>
              <a:chOff x="0" y="901609"/>
              <a:chExt cx="4806868" cy="664514"/>
            </a:xfrm>
          </p:grpSpPr>
          <p:cxnSp>
            <p:nvCxnSpPr>
              <p:cNvPr id="75" name="Google Shape;75;p4"/>
              <p:cNvCxnSpPr/>
              <p:nvPr/>
            </p:nvCxnSpPr>
            <p:spPr>
              <a:xfrm>
                <a:off x="0" y="1566123"/>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76" name="Google Shape;76;p4"/>
              <p:cNvCxnSpPr/>
              <p:nvPr/>
            </p:nvCxnSpPr>
            <p:spPr>
              <a:xfrm rot="10800000" flipH="1">
                <a:off x="2520285" y="1059987"/>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77" name="Google Shape;77;p4"/>
              <p:cNvCxnSpPr/>
              <p:nvPr/>
            </p:nvCxnSpPr>
            <p:spPr>
              <a:xfrm>
                <a:off x="3111690" y="1059987"/>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78" name="Google Shape;78;p4"/>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79" name="Google Shape;79;p4"/>
            <p:cNvGrpSpPr/>
            <p:nvPr/>
          </p:nvGrpSpPr>
          <p:grpSpPr>
            <a:xfrm rot="10800000" flipH="1">
              <a:off x="-1225468" y="5291095"/>
              <a:ext cx="4806868" cy="664514"/>
              <a:chOff x="0" y="1232525"/>
              <a:chExt cx="4806868" cy="664514"/>
            </a:xfrm>
          </p:grpSpPr>
          <p:cxnSp>
            <p:nvCxnSpPr>
              <p:cNvPr id="80" name="Google Shape;80;p4"/>
              <p:cNvCxnSpPr/>
              <p:nvPr/>
            </p:nvCxnSpPr>
            <p:spPr>
              <a:xfrm>
                <a:off x="0" y="1897039"/>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81" name="Google Shape;81;p4"/>
              <p:cNvCxnSpPr/>
              <p:nvPr/>
            </p:nvCxnSpPr>
            <p:spPr>
              <a:xfrm rot="10800000" flipH="1">
                <a:off x="2520285" y="1390903"/>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82" name="Google Shape;82;p4"/>
              <p:cNvCxnSpPr/>
              <p:nvPr/>
            </p:nvCxnSpPr>
            <p:spPr>
              <a:xfrm>
                <a:off x="3111690" y="1390903"/>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83" name="Google Shape;83;p4"/>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84" name="Google Shape;84;p4"/>
            <p:cNvGrpSpPr/>
            <p:nvPr/>
          </p:nvGrpSpPr>
          <p:grpSpPr>
            <a:xfrm>
              <a:off x="-1225469" y="1860637"/>
              <a:ext cx="3835321" cy="547270"/>
              <a:chOff x="-1" y="1860637"/>
              <a:chExt cx="3835321" cy="547270"/>
            </a:xfrm>
          </p:grpSpPr>
          <p:sp>
            <p:nvSpPr>
              <p:cNvPr id="85" name="Google Shape;85;p4"/>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6" name="Google Shape;86;p4"/>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87" name="Google Shape;87;p4"/>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88" name="Google Shape;88;p4"/>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89" name="Google Shape;89;p4"/>
            <p:cNvGrpSpPr/>
            <p:nvPr/>
          </p:nvGrpSpPr>
          <p:grpSpPr>
            <a:xfrm rot="10800000" flipH="1">
              <a:off x="-1259888" y="4408929"/>
              <a:ext cx="3835321" cy="547270"/>
              <a:chOff x="-1" y="1860637"/>
              <a:chExt cx="3835321" cy="547270"/>
            </a:xfrm>
          </p:grpSpPr>
          <p:sp>
            <p:nvSpPr>
              <p:cNvPr id="90" name="Google Shape;90;p4"/>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1" name="Google Shape;91;p4"/>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92" name="Google Shape;92;p4"/>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93" name="Google Shape;93;p4"/>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94" name="Google Shape;94;p4"/>
            <p:cNvGrpSpPr/>
            <p:nvPr/>
          </p:nvGrpSpPr>
          <p:grpSpPr>
            <a:xfrm>
              <a:off x="-1252333" y="2715185"/>
              <a:ext cx="2776521" cy="436736"/>
              <a:chOff x="-26865" y="2715185"/>
              <a:chExt cx="2776521" cy="436736"/>
            </a:xfrm>
          </p:grpSpPr>
          <p:cxnSp>
            <p:nvCxnSpPr>
              <p:cNvPr id="95" name="Google Shape;95;p4"/>
              <p:cNvCxnSpPr/>
              <p:nvPr/>
            </p:nvCxnSpPr>
            <p:spPr>
              <a:xfrm>
                <a:off x="-26865" y="3151921"/>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96" name="Google Shape;96;p4"/>
              <p:cNvCxnSpPr/>
              <p:nvPr/>
            </p:nvCxnSpPr>
            <p:spPr>
              <a:xfrm rot="10800000" flipH="1">
                <a:off x="1368303" y="2877197"/>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97" name="Google Shape;97;p4"/>
              <p:cNvCxnSpPr/>
              <p:nvPr/>
            </p:nvCxnSpPr>
            <p:spPr>
              <a:xfrm>
                <a:off x="1695690" y="2877197"/>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98" name="Google Shape;98;p4"/>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99" name="Google Shape;99;p4"/>
            <p:cNvGrpSpPr/>
            <p:nvPr/>
          </p:nvGrpSpPr>
          <p:grpSpPr>
            <a:xfrm>
              <a:off x="-1225468" y="3843225"/>
              <a:ext cx="2802371" cy="433101"/>
              <a:chOff x="-34420" y="3843718"/>
              <a:chExt cx="2802371" cy="433101"/>
            </a:xfrm>
          </p:grpSpPr>
          <p:cxnSp>
            <p:nvCxnSpPr>
              <p:cNvPr id="100" name="Google Shape;100;p4"/>
              <p:cNvCxnSpPr/>
              <p:nvPr/>
            </p:nvCxnSpPr>
            <p:spPr>
              <a:xfrm>
                <a:off x="-34420" y="3843718"/>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01" name="Google Shape;101;p4"/>
              <p:cNvCxnSpPr/>
              <p:nvPr/>
            </p:nvCxnSpPr>
            <p:spPr>
              <a:xfrm>
                <a:off x="1360748" y="3843718"/>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02" name="Google Shape;102;p4"/>
              <p:cNvCxnSpPr/>
              <p:nvPr/>
            </p:nvCxnSpPr>
            <p:spPr>
              <a:xfrm>
                <a:off x="1688135" y="4118442"/>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103" name="Google Shape;103;p4"/>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grpSp>
        <p:nvGrpSpPr>
          <p:cNvPr id="104" name="Google Shape;104;p4"/>
          <p:cNvGrpSpPr/>
          <p:nvPr/>
        </p:nvGrpSpPr>
        <p:grpSpPr>
          <a:xfrm flipH="1">
            <a:off x="9674240" y="1121391"/>
            <a:ext cx="4841288" cy="5054000"/>
            <a:chOff x="-1259888" y="901609"/>
            <a:chExt cx="4841288" cy="5054000"/>
          </a:xfrm>
        </p:grpSpPr>
        <p:grpSp>
          <p:nvGrpSpPr>
            <p:cNvPr id="105" name="Google Shape;105;p4"/>
            <p:cNvGrpSpPr/>
            <p:nvPr/>
          </p:nvGrpSpPr>
          <p:grpSpPr>
            <a:xfrm>
              <a:off x="-1225468" y="901609"/>
              <a:ext cx="4806868" cy="664514"/>
              <a:chOff x="0" y="901609"/>
              <a:chExt cx="4806868" cy="664514"/>
            </a:xfrm>
          </p:grpSpPr>
          <p:cxnSp>
            <p:nvCxnSpPr>
              <p:cNvPr id="106" name="Google Shape;106;p4"/>
              <p:cNvCxnSpPr/>
              <p:nvPr/>
            </p:nvCxnSpPr>
            <p:spPr>
              <a:xfrm>
                <a:off x="0" y="1566123"/>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07" name="Google Shape;107;p4"/>
              <p:cNvCxnSpPr/>
              <p:nvPr/>
            </p:nvCxnSpPr>
            <p:spPr>
              <a:xfrm rot="10800000" flipH="1">
                <a:off x="2520285" y="1059987"/>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08" name="Google Shape;108;p4"/>
              <p:cNvCxnSpPr/>
              <p:nvPr/>
            </p:nvCxnSpPr>
            <p:spPr>
              <a:xfrm>
                <a:off x="3111690" y="1059987"/>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109" name="Google Shape;109;p4"/>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10" name="Google Shape;110;p4"/>
            <p:cNvGrpSpPr/>
            <p:nvPr/>
          </p:nvGrpSpPr>
          <p:grpSpPr>
            <a:xfrm rot="10800000" flipH="1">
              <a:off x="-1225468" y="5291095"/>
              <a:ext cx="4806868" cy="664514"/>
              <a:chOff x="0" y="1232525"/>
              <a:chExt cx="4806868" cy="664514"/>
            </a:xfrm>
          </p:grpSpPr>
          <p:cxnSp>
            <p:nvCxnSpPr>
              <p:cNvPr id="111" name="Google Shape;111;p4"/>
              <p:cNvCxnSpPr/>
              <p:nvPr/>
            </p:nvCxnSpPr>
            <p:spPr>
              <a:xfrm>
                <a:off x="0" y="1897039"/>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12" name="Google Shape;112;p4"/>
              <p:cNvCxnSpPr/>
              <p:nvPr/>
            </p:nvCxnSpPr>
            <p:spPr>
              <a:xfrm rot="10800000" flipH="1">
                <a:off x="2520285" y="1390903"/>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13" name="Google Shape;113;p4"/>
              <p:cNvCxnSpPr/>
              <p:nvPr/>
            </p:nvCxnSpPr>
            <p:spPr>
              <a:xfrm>
                <a:off x="3111690" y="1390903"/>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114" name="Google Shape;114;p4"/>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15" name="Google Shape;115;p4"/>
            <p:cNvGrpSpPr/>
            <p:nvPr/>
          </p:nvGrpSpPr>
          <p:grpSpPr>
            <a:xfrm>
              <a:off x="-1225469" y="1860637"/>
              <a:ext cx="3835321" cy="547270"/>
              <a:chOff x="-1" y="1860637"/>
              <a:chExt cx="3835321" cy="547270"/>
            </a:xfrm>
          </p:grpSpPr>
          <p:sp>
            <p:nvSpPr>
              <p:cNvPr id="116" name="Google Shape;116;p4"/>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7" name="Google Shape;117;p4"/>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18" name="Google Shape;118;p4"/>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19" name="Google Shape;119;p4"/>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120" name="Google Shape;120;p4"/>
            <p:cNvGrpSpPr/>
            <p:nvPr/>
          </p:nvGrpSpPr>
          <p:grpSpPr>
            <a:xfrm rot="10800000" flipH="1">
              <a:off x="-1259888" y="4408929"/>
              <a:ext cx="3835321" cy="547270"/>
              <a:chOff x="-1" y="1860637"/>
              <a:chExt cx="3835321" cy="547270"/>
            </a:xfrm>
          </p:grpSpPr>
          <p:sp>
            <p:nvSpPr>
              <p:cNvPr id="121" name="Google Shape;121;p4"/>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2" name="Google Shape;122;p4"/>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23" name="Google Shape;123;p4"/>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24" name="Google Shape;124;p4"/>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125" name="Google Shape;125;p4"/>
            <p:cNvGrpSpPr/>
            <p:nvPr/>
          </p:nvGrpSpPr>
          <p:grpSpPr>
            <a:xfrm>
              <a:off x="-1252333" y="2715185"/>
              <a:ext cx="2776521" cy="436736"/>
              <a:chOff x="-26865" y="2715185"/>
              <a:chExt cx="2776521" cy="436736"/>
            </a:xfrm>
          </p:grpSpPr>
          <p:cxnSp>
            <p:nvCxnSpPr>
              <p:cNvPr id="126" name="Google Shape;126;p4"/>
              <p:cNvCxnSpPr/>
              <p:nvPr/>
            </p:nvCxnSpPr>
            <p:spPr>
              <a:xfrm>
                <a:off x="-26865" y="3151921"/>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27" name="Google Shape;127;p4"/>
              <p:cNvCxnSpPr/>
              <p:nvPr/>
            </p:nvCxnSpPr>
            <p:spPr>
              <a:xfrm rot="10800000" flipH="1">
                <a:off x="1368303" y="2877197"/>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28" name="Google Shape;128;p4"/>
              <p:cNvCxnSpPr/>
              <p:nvPr/>
            </p:nvCxnSpPr>
            <p:spPr>
              <a:xfrm>
                <a:off x="1695690" y="2877197"/>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129" name="Google Shape;129;p4"/>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30" name="Google Shape;130;p4"/>
            <p:cNvGrpSpPr/>
            <p:nvPr/>
          </p:nvGrpSpPr>
          <p:grpSpPr>
            <a:xfrm>
              <a:off x="-1225468" y="3843225"/>
              <a:ext cx="2802371" cy="433101"/>
              <a:chOff x="-34420" y="3843718"/>
              <a:chExt cx="2802371" cy="433101"/>
            </a:xfrm>
          </p:grpSpPr>
          <p:cxnSp>
            <p:nvCxnSpPr>
              <p:cNvPr id="131" name="Google Shape;131;p4"/>
              <p:cNvCxnSpPr/>
              <p:nvPr/>
            </p:nvCxnSpPr>
            <p:spPr>
              <a:xfrm>
                <a:off x="-34420" y="3843718"/>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32" name="Google Shape;132;p4"/>
              <p:cNvCxnSpPr/>
              <p:nvPr/>
            </p:nvCxnSpPr>
            <p:spPr>
              <a:xfrm>
                <a:off x="1360748" y="3843718"/>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33" name="Google Shape;133;p4"/>
              <p:cNvCxnSpPr/>
              <p:nvPr/>
            </p:nvCxnSpPr>
            <p:spPr>
              <a:xfrm>
                <a:off x="1688135" y="4118442"/>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134" name="Google Shape;134;p4"/>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135" name="Google Shape;135;p4"/>
          <p:cNvSpPr/>
          <p:nvPr/>
        </p:nvSpPr>
        <p:spPr>
          <a:xfrm>
            <a:off x="82718" y="6583140"/>
            <a:ext cx="233916" cy="233916"/>
          </a:xfrm>
          <a:prstGeom prst="ellipse">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136" name="Google Shape;136;p4"/>
          <p:cNvSpPr txBox="1">
            <a:spLocks noGrp="1"/>
          </p:cNvSpPr>
          <p:nvPr>
            <p:ph type="sldNum" idx="12"/>
          </p:nvPr>
        </p:nvSpPr>
        <p:spPr>
          <a:xfrm>
            <a:off x="58527"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lt1"/>
                </a:solidFill>
                <a:latin typeface="Arial"/>
                <a:ea typeface="Arial"/>
                <a:cs typeface="Arial"/>
                <a:sym typeface="Arial"/>
              </a:defRPr>
            </a:lvl1pPr>
            <a:lvl2pPr marL="0" lvl="1" indent="0" algn="ctr">
              <a:spcBef>
                <a:spcPts val="0"/>
              </a:spcBef>
              <a:buNone/>
              <a:defRPr sz="700">
                <a:solidFill>
                  <a:schemeClr val="lt1"/>
                </a:solidFill>
                <a:latin typeface="Arial"/>
                <a:ea typeface="Arial"/>
                <a:cs typeface="Arial"/>
                <a:sym typeface="Arial"/>
              </a:defRPr>
            </a:lvl2pPr>
            <a:lvl3pPr marL="0" lvl="2" indent="0" algn="ctr">
              <a:spcBef>
                <a:spcPts val="0"/>
              </a:spcBef>
              <a:buNone/>
              <a:defRPr sz="700">
                <a:solidFill>
                  <a:schemeClr val="lt1"/>
                </a:solidFill>
                <a:latin typeface="Arial"/>
                <a:ea typeface="Arial"/>
                <a:cs typeface="Arial"/>
                <a:sym typeface="Arial"/>
              </a:defRPr>
            </a:lvl3pPr>
            <a:lvl4pPr marL="0" lvl="3" indent="0" algn="ctr">
              <a:spcBef>
                <a:spcPts val="0"/>
              </a:spcBef>
              <a:buNone/>
              <a:defRPr sz="700">
                <a:solidFill>
                  <a:schemeClr val="lt1"/>
                </a:solidFill>
                <a:latin typeface="Arial"/>
                <a:ea typeface="Arial"/>
                <a:cs typeface="Arial"/>
                <a:sym typeface="Arial"/>
              </a:defRPr>
            </a:lvl4pPr>
            <a:lvl5pPr marL="0" lvl="4" indent="0" algn="ctr">
              <a:spcBef>
                <a:spcPts val="0"/>
              </a:spcBef>
              <a:buNone/>
              <a:defRPr sz="700">
                <a:solidFill>
                  <a:schemeClr val="lt1"/>
                </a:solidFill>
                <a:latin typeface="Arial"/>
                <a:ea typeface="Arial"/>
                <a:cs typeface="Arial"/>
                <a:sym typeface="Arial"/>
              </a:defRPr>
            </a:lvl5pPr>
            <a:lvl6pPr marL="0" lvl="5" indent="0" algn="ctr">
              <a:spcBef>
                <a:spcPts val="0"/>
              </a:spcBef>
              <a:buNone/>
              <a:defRPr sz="700">
                <a:solidFill>
                  <a:schemeClr val="lt1"/>
                </a:solidFill>
                <a:latin typeface="Arial"/>
                <a:ea typeface="Arial"/>
                <a:cs typeface="Arial"/>
                <a:sym typeface="Arial"/>
              </a:defRPr>
            </a:lvl6pPr>
            <a:lvl7pPr marL="0" lvl="6" indent="0" algn="ctr">
              <a:spcBef>
                <a:spcPts val="0"/>
              </a:spcBef>
              <a:buNone/>
              <a:defRPr sz="700">
                <a:solidFill>
                  <a:schemeClr val="lt1"/>
                </a:solidFill>
                <a:latin typeface="Arial"/>
                <a:ea typeface="Arial"/>
                <a:cs typeface="Arial"/>
                <a:sym typeface="Arial"/>
              </a:defRPr>
            </a:lvl7pPr>
            <a:lvl8pPr marL="0" lvl="7" indent="0" algn="ctr">
              <a:spcBef>
                <a:spcPts val="0"/>
              </a:spcBef>
              <a:buNone/>
              <a:defRPr sz="700">
                <a:solidFill>
                  <a:schemeClr val="lt1"/>
                </a:solidFill>
                <a:latin typeface="Arial"/>
                <a:ea typeface="Arial"/>
                <a:cs typeface="Arial"/>
                <a:sym typeface="Arial"/>
              </a:defRPr>
            </a:lvl8pPr>
            <a:lvl9pPr marL="0" lvl="8" indent="0" algn="ctr">
              <a:spcBef>
                <a:spcPts val="0"/>
              </a:spcBef>
              <a:buNone/>
              <a:defRPr sz="700">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sp>
        <p:nvSpPr>
          <p:cNvPr id="137" name="Google Shape;137;p4"/>
          <p:cNvSpPr txBox="1"/>
          <p:nvPr/>
        </p:nvSpPr>
        <p:spPr>
          <a:xfrm>
            <a:off x="4702630" y="640081"/>
            <a:ext cx="3028822" cy="646331"/>
          </a:xfrm>
          <a:prstGeom prst="rect">
            <a:avLst/>
          </a:prstGeom>
          <a:gradFill>
            <a:gsLst>
              <a:gs pos="0">
                <a:srgbClr val="0072FF"/>
              </a:gs>
              <a:gs pos="100000">
                <a:srgbClr val="00C6FF"/>
              </a:gs>
            </a:gsLst>
            <a:path path="circle">
              <a:fillToRect l="50000" t="50000" r="50000" b="50000"/>
            </a:path>
            <a:tileRect/>
          </a:gra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endParaRPr sz="3600" b="1">
              <a:solidFill>
                <a:schemeClr val="lt1"/>
              </a:solidFill>
              <a:latin typeface="Times New Roman"/>
              <a:ea typeface="Times New Roman"/>
              <a:cs typeface="Times New Roman"/>
              <a:sym typeface="Times New Roman"/>
            </a:endParaRPr>
          </a:p>
        </p:txBody>
      </p:sp>
      <p:sp>
        <p:nvSpPr>
          <p:cNvPr id="138" name="Google Shape;138;p4"/>
          <p:cNvSpPr txBox="1">
            <a:spLocks noGrp="1"/>
          </p:cNvSpPr>
          <p:nvPr>
            <p:ph type="body" idx="1"/>
          </p:nvPr>
        </p:nvSpPr>
        <p:spPr>
          <a:xfrm>
            <a:off x="2033899" y="1559014"/>
            <a:ext cx="8124204" cy="4153664"/>
          </a:xfrm>
          <a:prstGeom prst="rect">
            <a:avLst/>
          </a:prstGeom>
          <a:noFill/>
          <a:ln>
            <a:noFill/>
          </a:ln>
        </p:spPr>
        <p:txBody>
          <a:bodyPr spcFirstLastPara="1" wrap="square" lIns="91425" tIns="45700" rIns="91425" bIns="45700" anchor="ctr" anchorCtr="0">
            <a:normAutofit/>
          </a:bodyPr>
          <a:lstStyle>
            <a:lvl1pPr marL="457200" lvl="0" indent="-406400" algn="just">
              <a:lnSpc>
                <a:spcPct val="130000"/>
              </a:lnSpc>
              <a:spcBef>
                <a:spcPts val="300"/>
              </a:spcBef>
              <a:spcAft>
                <a:spcPts val="0"/>
              </a:spcAft>
              <a:buClr>
                <a:schemeClr val="dk1"/>
              </a:buClr>
              <a:buSzPts val="2800"/>
              <a:buFont typeface="Calibri"/>
              <a:buAutoNum type="arabicPeriod"/>
              <a:defRPr sz="2800">
                <a:latin typeface="Arial"/>
                <a:ea typeface="Arial"/>
                <a:cs typeface="Arial"/>
                <a:sym typeface="Arial"/>
              </a:defRPr>
            </a:lvl1pPr>
            <a:lvl2pPr marL="914400" lvl="1" indent="-3810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marL="1371600" lvl="2" indent="-355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marL="1828800" lvl="3"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marL="2286000" lvl="4"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9" name="Google Shape;139;p4"/>
          <p:cNvSpPr/>
          <p:nvPr/>
        </p:nvSpPr>
        <p:spPr>
          <a:xfrm rot="10800000">
            <a:off x="0" y="0"/>
            <a:ext cx="715617" cy="616911"/>
          </a:xfrm>
          <a:prstGeom prst="triangle">
            <a:avLst>
              <a:gd name="adj" fmla="val 100000"/>
            </a:avLst>
          </a:prstGeom>
          <a:solidFill>
            <a:srgbClr val="007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40" name="Google Shape;140;p4"/>
          <p:cNvGrpSpPr/>
          <p:nvPr/>
        </p:nvGrpSpPr>
        <p:grpSpPr>
          <a:xfrm>
            <a:off x="58527" y="40944"/>
            <a:ext cx="2869771" cy="886519"/>
            <a:chOff x="44879" y="27296"/>
            <a:chExt cx="2869771" cy="886519"/>
          </a:xfrm>
        </p:grpSpPr>
        <p:cxnSp>
          <p:nvCxnSpPr>
            <p:cNvPr id="141" name="Google Shape;141;p4"/>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142" name="Google Shape;142;p4"/>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143" name="Google Shape;143;p4"/>
            <p:cNvCxnSpPr/>
            <p:nvPr/>
          </p:nvCxnSpPr>
          <p:spPr>
            <a:xfrm rot="10800000">
              <a:off x="52214" y="654128"/>
              <a:ext cx="0" cy="259687"/>
            </a:xfrm>
            <a:prstGeom prst="straightConnector1">
              <a:avLst/>
            </a:prstGeom>
            <a:noFill/>
            <a:ln w="38100" cap="flat" cmpd="sng">
              <a:solidFill>
                <a:srgbClr val="00C6FF"/>
              </a:solidFill>
              <a:prstDash val="solid"/>
              <a:miter lim="800000"/>
              <a:headEnd type="none" w="sm" len="sm"/>
              <a:tailEnd type="none" w="sm" len="sm"/>
            </a:ln>
          </p:spPr>
        </p:cxnSp>
      </p:grpSp>
      <p:sp>
        <p:nvSpPr>
          <p:cNvPr id="144" name="Google Shape;144;p4"/>
          <p:cNvSpPr txBox="1">
            <a:spLocks noGrp="1"/>
          </p:cNvSpPr>
          <p:nvPr>
            <p:ph type="dt" idx="10"/>
          </p:nvPr>
        </p:nvSpPr>
        <p:spPr>
          <a:xfrm>
            <a:off x="796022" y="6454635"/>
            <a:ext cx="2132276" cy="2668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4"/>
          <p:cNvSpPr txBox="1">
            <a:spLocks noGrp="1"/>
          </p:cNvSpPr>
          <p:nvPr>
            <p:ph type="body" idx="2"/>
          </p:nvPr>
        </p:nvSpPr>
        <p:spPr>
          <a:xfrm>
            <a:off x="4859729" y="734646"/>
            <a:ext cx="2714625" cy="457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3600"/>
              <a:buNone/>
              <a:defRPr sz="36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4"/>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êu đề chương">
  <p:cSld name="Tiêu đề chương">
    <p:spTree>
      <p:nvGrpSpPr>
        <p:cNvPr id="1" name="Shape 147"/>
        <p:cNvGrpSpPr/>
        <p:nvPr/>
      </p:nvGrpSpPr>
      <p:grpSpPr>
        <a:xfrm>
          <a:off x="0" y="0"/>
          <a:ext cx="0" cy="0"/>
          <a:chOff x="0" y="0"/>
          <a:chExt cx="0" cy="0"/>
        </a:xfrm>
      </p:grpSpPr>
      <p:pic>
        <p:nvPicPr>
          <p:cNvPr id="148" name="Google Shape;148;p5" descr="Background pattern&#10;&#10;Description automatically generated"/>
          <p:cNvPicPr preferRelativeResize="0"/>
          <p:nvPr/>
        </p:nvPicPr>
        <p:blipFill rotWithShape="1">
          <a:blip r:embed="rId2">
            <a:alphaModFix/>
          </a:blip>
          <a:srcRect/>
          <a:stretch/>
        </p:blipFill>
        <p:spPr>
          <a:xfrm>
            <a:off x="-1" y="-1"/>
            <a:ext cx="12192001" cy="6854889"/>
          </a:xfrm>
          <a:prstGeom prst="rect">
            <a:avLst/>
          </a:prstGeom>
          <a:noFill/>
          <a:ln>
            <a:noFill/>
          </a:ln>
        </p:spPr>
      </p:pic>
      <p:sp>
        <p:nvSpPr>
          <p:cNvPr id="149" name="Google Shape;149;p5"/>
          <p:cNvSpPr/>
          <p:nvPr/>
        </p:nvSpPr>
        <p:spPr>
          <a:xfrm>
            <a:off x="-1" y="-3113"/>
            <a:ext cx="12192000" cy="6858000"/>
          </a:xfrm>
          <a:prstGeom prst="rect">
            <a:avLst/>
          </a:prstGeom>
          <a:gradFill>
            <a:gsLst>
              <a:gs pos="0">
                <a:srgbClr val="0A4671">
                  <a:alpha val="74901"/>
                </a:srgbClr>
              </a:gs>
              <a:gs pos="100000">
                <a:srgbClr val="0A467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p5"/>
          <p:cNvSpPr/>
          <p:nvPr/>
        </p:nvSpPr>
        <p:spPr>
          <a:xfrm rot="10800000">
            <a:off x="0" y="0"/>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51" name="Google Shape;151;p5"/>
          <p:cNvGrpSpPr/>
          <p:nvPr/>
        </p:nvGrpSpPr>
        <p:grpSpPr>
          <a:xfrm>
            <a:off x="58527" y="40944"/>
            <a:ext cx="2869771" cy="1563379"/>
            <a:chOff x="44879" y="27296"/>
            <a:chExt cx="2869771" cy="1563379"/>
          </a:xfrm>
        </p:grpSpPr>
        <p:cxnSp>
          <p:nvCxnSpPr>
            <p:cNvPr id="152" name="Google Shape;152;p5"/>
            <p:cNvCxnSpPr/>
            <p:nvPr/>
          </p:nvCxnSpPr>
          <p:spPr>
            <a:xfrm rot="10800000">
              <a:off x="766351" y="34631"/>
              <a:ext cx="2148299" cy="0"/>
            </a:xfrm>
            <a:prstGeom prst="straightConnector1">
              <a:avLst/>
            </a:prstGeom>
            <a:noFill/>
            <a:ln w="38100" cap="flat" cmpd="sng">
              <a:solidFill>
                <a:srgbClr val="00F7FF"/>
              </a:solidFill>
              <a:prstDash val="solid"/>
              <a:miter lim="800000"/>
              <a:headEnd type="none" w="sm" len="sm"/>
              <a:tailEnd type="none" w="sm" len="sm"/>
            </a:ln>
          </p:spPr>
        </p:cxnSp>
        <p:cxnSp>
          <p:nvCxnSpPr>
            <p:cNvPr id="153" name="Google Shape;153;p5"/>
            <p:cNvCxnSpPr/>
            <p:nvPr/>
          </p:nvCxnSpPr>
          <p:spPr>
            <a:xfrm flipH="1">
              <a:off x="44879" y="27296"/>
              <a:ext cx="737495" cy="644210"/>
            </a:xfrm>
            <a:prstGeom prst="straightConnector1">
              <a:avLst/>
            </a:prstGeom>
            <a:noFill/>
            <a:ln w="38100" cap="flat" cmpd="sng">
              <a:solidFill>
                <a:srgbClr val="00F7FF"/>
              </a:solidFill>
              <a:prstDash val="solid"/>
              <a:miter lim="800000"/>
              <a:headEnd type="none" w="sm" len="sm"/>
              <a:tailEnd type="none" w="sm" len="sm"/>
            </a:ln>
          </p:spPr>
        </p:cxnSp>
        <p:cxnSp>
          <p:nvCxnSpPr>
            <p:cNvPr id="154" name="Google Shape;154;p5"/>
            <p:cNvCxnSpPr/>
            <p:nvPr/>
          </p:nvCxnSpPr>
          <p:spPr>
            <a:xfrm rot="10800000">
              <a:off x="52214" y="654128"/>
              <a:ext cx="0" cy="936547"/>
            </a:xfrm>
            <a:prstGeom prst="straightConnector1">
              <a:avLst/>
            </a:prstGeom>
            <a:noFill/>
            <a:ln w="38100" cap="flat" cmpd="sng">
              <a:solidFill>
                <a:srgbClr val="00F7FF"/>
              </a:solidFill>
              <a:prstDash val="solid"/>
              <a:miter lim="800000"/>
              <a:headEnd type="none" w="sm" len="sm"/>
              <a:tailEnd type="none" w="sm" len="sm"/>
            </a:ln>
          </p:spPr>
        </p:cxnSp>
      </p:grpSp>
      <p:sp>
        <p:nvSpPr>
          <p:cNvPr id="155" name="Google Shape;155;p5"/>
          <p:cNvSpPr/>
          <p:nvPr/>
        </p:nvSpPr>
        <p:spPr>
          <a:xfrm>
            <a:off x="11476383" y="6241089"/>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56" name="Google Shape;156;p5"/>
          <p:cNvGrpSpPr/>
          <p:nvPr/>
        </p:nvGrpSpPr>
        <p:grpSpPr>
          <a:xfrm rot="10800000">
            <a:off x="9263702" y="5253677"/>
            <a:ext cx="2869771" cy="1563379"/>
            <a:chOff x="44879" y="27296"/>
            <a:chExt cx="2869771" cy="1563379"/>
          </a:xfrm>
        </p:grpSpPr>
        <p:cxnSp>
          <p:nvCxnSpPr>
            <p:cNvPr id="157" name="Google Shape;157;p5"/>
            <p:cNvCxnSpPr/>
            <p:nvPr/>
          </p:nvCxnSpPr>
          <p:spPr>
            <a:xfrm rot="10800000">
              <a:off x="766351" y="34631"/>
              <a:ext cx="2148299" cy="0"/>
            </a:xfrm>
            <a:prstGeom prst="straightConnector1">
              <a:avLst/>
            </a:prstGeom>
            <a:noFill/>
            <a:ln w="38100" cap="rnd" cmpd="sng">
              <a:solidFill>
                <a:srgbClr val="00F7FF"/>
              </a:solidFill>
              <a:prstDash val="solid"/>
              <a:round/>
              <a:headEnd type="none" w="sm" len="sm"/>
              <a:tailEnd type="none" w="sm" len="sm"/>
            </a:ln>
          </p:spPr>
        </p:cxnSp>
        <p:cxnSp>
          <p:nvCxnSpPr>
            <p:cNvPr id="158" name="Google Shape;158;p5"/>
            <p:cNvCxnSpPr/>
            <p:nvPr/>
          </p:nvCxnSpPr>
          <p:spPr>
            <a:xfrm flipH="1">
              <a:off x="44879" y="27296"/>
              <a:ext cx="737495" cy="644210"/>
            </a:xfrm>
            <a:prstGeom prst="straightConnector1">
              <a:avLst/>
            </a:prstGeom>
            <a:noFill/>
            <a:ln w="38100" cap="rnd" cmpd="sng">
              <a:solidFill>
                <a:srgbClr val="00F7FF"/>
              </a:solidFill>
              <a:prstDash val="solid"/>
              <a:round/>
              <a:headEnd type="none" w="sm" len="sm"/>
              <a:tailEnd type="none" w="sm" len="sm"/>
            </a:ln>
          </p:spPr>
        </p:cxnSp>
        <p:cxnSp>
          <p:nvCxnSpPr>
            <p:cNvPr id="159" name="Google Shape;159;p5"/>
            <p:cNvCxnSpPr/>
            <p:nvPr/>
          </p:nvCxnSpPr>
          <p:spPr>
            <a:xfrm rot="10800000">
              <a:off x="52214" y="654128"/>
              <a:ext cx="0" cy="936547"/>
            </a:xfrm>
            <a:prstGeom prst="straightConnector1">
              <a:avLst/>
            </a:prstGeom>
            <a:noFill/>
            <a:ln w="38100" cap="rnd" cmpd="sng">
              <a:solidFill>
                <a:srgbClr val="00F7FF"/>
              </a:solidFill>
              <a:prstDash val="solid"/>
              <a:round/>
              <a:headEnd type="none" w="sm" len="sm"/>
              <a:tailEnd type="none" w="sm" len="sm"/>
            </a:ln>
          </p:spPr>
        </p:cxnSp>
      </p:grpSp>
      <p:sp>
        <p:nvSpPr>
          <p:cNvPr id="160" name="Google Shape;160;p5"/>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5"/>
          <p:cNvSpPr txBox="1">
            <a:spLocks noGrp="1"/>
          </p:cNvSpPr>
          <p:nvPr>
            <p:ph type="body" idx="1"/>
          </p:nvPr>
        </p:nvSpPr>
        <p:spPr>
          <a:xfrm>
            <a:off x="1470929" y="2095027"/>
            <a:ext cx="9941071" cy="884656"/>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F7FF"/>
              </a:buClr>
              <a:buSzPts val="4400"/>
              <a:buNone/>
              <a:defRPr sz="44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2" name="Google Shape;162;p5"/>
          <p:cNvSpPr txBox="1">
            <a:spLocks noGrp="1"/>
          </p:cNvSpPr>
          <p:nvPr>
            <p:ph type="body" idx="2"/>
          </p:nvPr>
        </p:nvSpPr>
        <p:spPr>
          <a:xfrm>
            <a:off x="1470930" y="3169159"/>
            <a:ext cx="9941070" cy="6951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2800"/>
              <a:buNone/>
              <a:defRPr sz="28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3" name="Google Shape;163;p5"/>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p5"/>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rgbClr val="00F7FF"/>
              </a:buClr>
              <a:buSzPts val="12000"/>
              <a:buNone/>
              <a:defRPr sz="120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65" name="Google Shape;165;p5"/>
          <p:cNvCxnSpPr/>
          <p:nvPr/>
        </p:nvCxnSpPr>
        <p:spPr>
          <a:xfrm>
            <a:off x="1574156" y="2979683"/>
            <a:ext cx="3565003" cy="0"/>
          </a:xfrm>
          <a:prstGeom prst="straightConnector1">
            <a:avLst/>
          </a:prstGeom>
          <a:noFill/>
          <a:ln w="25400" cap="rnd" cmpd="sng">
            <a:solidFill>
              <a:srgbClr val="00F7FF"/>
            </a:solidFill>
            <a:prstDash val="solid"/>
            <a:round/>
            <a:headEnd type="none" w="sm" len="sm"/>
            <a:tailEnd type="none" w="sm" len="sm"/>
          </a:ln>
        </p:spPr>
      </p:cxnSp>
      <p:sp>
        <p:nvSpPr>
          <p:cNvPr id="166" name="Google Shape;166;p5"/>
          <p:cNvSpPr txBox="1">
            <a:spLocks noGrp="1"/>
          </p:cNvSpPr>
          <p:nvPr>
            <p:ph type="dt" idx="10"/>
          </p:nvPr>
        </p:nvSpPr>
        <p:spPr>
          <a:xfrm>
            <a:off x="6060300" y="6481647"/>
            <a:ext cx="2090098"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5"/>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68" name="Google Shape;168;p5"/>
          <p:cNvGrpSpPr/>
          <p:nvPr/>
        </p:nvGrpSpPr>
        <p:grpSpPr>
          <a:xfrm>
            <a:off x="16026" y="4629289"/>
            <a:ext cx="434350" cy="2228711"/>
            <a:chOff x="16026" y="4629289"/>
            <a:chExt cx="434350" cy="2228711"/>
          </a:xfrm>
        </p:grpSpPr>
        <p:sp>
          <p:nvSpPr>
            <p:cNvPr id="169" name="Google Shape;169;p5"/>
            <p:cNvSpPr/>
            <p:nvPr/>
          </p:nvSpPr>
          <p:spPr>
            <a:xfrm>
              <a:off x="16026" y="4629289"/>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 name="Google Shape;170;p5"/>
            <p:cNvSpPr/>
            <p:nvPr/>
          </p:nvSpPr>
          <p:spPr>
            <a:xfrm>
              <a:off x="16026" y="5005641"/>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 name="Google Shape;171;p5"/>
            <p:cNvSpPr/>
            <p:nvPr/>
          </p:nvSpPr>
          <p:spPr>
            <a:xfrm>
              <a:off x="16026" y="5381993"/>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5"/>
            <p:cNvSpPr/>
            <p:nvPr/>
          </p:nvSpPr>
          <p:spPr>
            <a:xfrm>
              <a:off x="16026" y="5758345"/>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5"/>
            <p:cNvSpPr/>
            <p:nvPr/>
          </p:nvSpPr>
          <p:spPr>
            <a:xfrm>
              <a:off x="16026" y="6134697"/>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5"/>
            <p:cNvSpPr/>
            <p:nvPr/>
          </p:nvSpPr>
          <p:spPr>
            <a:xfrm>
              <a:off x="16026" y="6511050"/>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5" name="Google Shape;175;p5"/>
          <p:cNvSpPr/>
          <p:nvPr/>
        </p:nvSpPr>
        <p:spPr>
          <a:xfrm>
            <a:off x="95208" y="658315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176" name="Google Shape;176;p5"/>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Noi dung" type="obj">
  <p:cSld name="OBJECT">
    <p:spTree>
      <p:nvGrpSpPr>
        <p:cNvPr id="1" name="Shape 177"/>
        <p:cNvGrpSpPr/>
        <p:nvPr/>
      </p:nvGrpSpPr>
      <p:grpSpPr>
        <a:xfrm>
          <a:off x="0" y="0"/>
          <a:ext cx="0" cy="0"/>
          <a:chOff x="0" y="0"/>
          <a:chExt cx="0" cy="0"/>
        </a:xfrm>
      </p:grpSpPr>
      <p:sp>
        <p:nvSpPr>
          <p:cNvPr id="178" name="Google Shape;178;p6"/>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6"/>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0" name="Google Shape;180;p6"/>
          <p:cNvGrpSpPr/>
          <p:nvPr/>
        </p:nvGrpSpPr>
        <p:grpSpPr>
          <a:xfrm>
            <a:off x="58527" y="54292"/>
            <a:ext cx="2869771" cy="1563379"/>
            <a:chOff x="44879" y="27296"/>
            <a:chExt cx="2869771" cy="1563379"/>
          </a:xfrm>
        </p:grpSpPr>
        <p:cxnSp>
          <p:nvCxnSpPr>
            <p:cNvPr id="181" name="Google Shape;181;p6"/>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182" name="Google Shape;182;p6"/>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183" name="Google Shape;183;p6"/>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184" name="Google Shape;184;p6"/>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6"/>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 name="Google Shape;186;p6"/>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7" name="Google Shape;187;p6"/>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88" name="Google Shape;188;p6"/>
          <p:cNvGrpSpPr/>
          <p:nvPr/>
        </p:nvGrpSpPr>
        <p:grpSpPr>
          <a:xfrm>
            <a:off x="16026" y="4629289"/>
            <a:ext cx="434350" cy="2228711"/>
            <a:chOff x="16026" y="4629289"/>
            <a:chExt cx="434350" cy="2228711"/>
          </a:xfrm>
        </p:grpSpPr>
        <p:sp>
          <p:nvSpPr>
            <p:cNvPr id="189" name="Google Shape;189;p6"/>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6"/>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6"/>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6"/>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6"/>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4" name="Google Shape;194;p6"/>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95" name="Google Shape;195;p6"/>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6"/>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p6"/>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198" name="Google Shape;198;p6"/>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grpSp>
        <p:nvGrpSpPr>
          <p:cNvPr id="199" name="Google Shape;199;p6"/>
          <p:cNvGrpSpPr/>
          <p:nvPr/>
        </p:nvGrpSpPr>
        <p:grpSpPr>
          <a:xfrm rot="10800000">
            <a:off x="9265363" y="5246044"/>
            <a:ext cx="2869771" cy="1563379"/>
            <a:chOff x="44879" y="27296"/>
            <a:chExt cx="2869771" cy="1563379"/>
          </a:xfrm>
        </p:grpSpPr>
        <p:cxnSp>
          <p:nvCxnSpPr>
            <p:cNvPr id="200" name="Google Shape;200;p6"/>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01" name="Google Shape;201;p6"/>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02" name="Google Shape;202;p6"/>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 sanh 1">
  <p:cSld name="So sanh 1">
    <p:spTree>
      <p:nvGrpSpPr>
        <p:cNvPr id="1" name="Shape 203"/>
        <p:cNvGrpSpPr/>
        <p:nvPr/>
      </p:nvGrpSpPr>
      <p:grpSpPr>
        <a:xfrm>
          <a:off x="0" y="0"/>
          <a:ext cx="0" cy="0"/>
          <a:chOff x="0" y="0"/>
          <a:chExt cx="0" cy="0"/>
        </a:xfrm>
      </p:grpSpPr>
      <p:sp>
        <p:nvSpPr>
          <p:cNvPr id="204" name="Google Shape;204;p7"/>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7"/>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06" name="Google Shape;206;p7"/>
          <p:cNvGrpSpPr/>
          <p:nvPr/>
        </p:nvGrpSpPr>
        <p:grpSpPr>
          <a:xfrm>
            <a:off x="58527" y="54292"/>
            <a:ext cx="2869771" cy="1563379"/>
            <a:chOff x="44879" y="27296"/>
            <a:chExt cx="2869771" cy="1563379"/>
          </a:xfrm>
        </p:grpSpPr>
        <p:cxnSp>
          <p:nvCxnSpPr>
            <p:cNvPr id="207" name="Google Shape;207;p7"/>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08" name="Google Shape;208;p7"/>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09" name="Google Shape;209;p7"/>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10" name="Google Shape;210;p7"/>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1" name="Google Shape;211;p7"/>
          <p:cNvSpPr txBox="1">
            <a:spLocks noGrp="1"/>
          </p:cNvSpPr>
          <p:nvPr>
            <p:ph type="body" idx="1"/>
          </p:nvPr>
        </p:nvSpPr>
        <p:spPr>
          <a:xfrm>
            <a:off x="774144" y="1233825"/>
            <a:ext cx="5202000" cy="494313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2" name="Google Shape;212;p7"/>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213" name="Google Shape;213;p7"/>
          <p:cNvGrpSpPr/>
          <p:nvPr/>
        </p:nvGrpSpPr>
        <p:grpSpPr>
          <a:xfrm>
            <a:off x="16026" y="4629289"/>
            <a:ext cx="434350" cy="2228711"/>
            <a:chOff x="16026" y="4629289"/>
            <a:chExt cx="434350" cy="2228711"/>
          </a:xfrm>
        </p:grpSpPr>
        <p:sp>
          <p:nvSpPr>
            <p:cNvPr id="214" name="Google Shape;214;p7"/>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 name="Google Shape;215;p7"/>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7"/>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7" name="Google Shape;217;p7"/>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7"/>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7"/>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0" name="Google Shape;220;p7"/>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7"/>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2" name="Google Shape;222;p7"/>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223" name="Google Shape;223;p7"/>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grpSp>
        <p:nvGrpSpPr>
          <p:cNvPr id="224" name="Google Shape;224;p7"/>
          <p:cNvGrpSpPr/>
          <p:nvPr/>
        </p:nvGrpSpPr>
        <p:grpSpPr>
          <a:xfrm rot="10800000">
            <a:off x="9265363" y="5246044"/>
            <a:ext cx="2869771" cy="1563379"/>
            <a:chOff x="44879" y="27296"/>
            <a:chExt cx="2869771" cy="1563379"/>
          </a:xfrm>
        </p:grpSpPr>
        <p:cxnSp>
          <p:nvCxnSpPr>
            <p:cNvPr id="225" name="Google Shape;225;p7"/>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26" name="Google Shape;226;p7"/>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27" name="Google Shape;227;p7"/>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28" name="Google Shape;228;p7"/>
          <p:cNvSpPr txBox="1">
            <a:spLocks noGrp="1"/>
          </p:cNvSpPr>
          <p:nvPr>
            <p:ph type="body" idx="2"/>
          </p:nvPr>
        </p:nvSpPr>
        <p:spPr>
          <a:xfrm>
            <a:off x="6151800" y="1228490"/>
            <a:ext cx="5202000" cy="494313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9" name="Google Shape;229;p7"/>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 sanh 2">
  <p:cSld name="So sanh 2">
    <p:spTree>
      <p:nvGrpSpPr>
        <p:cNvPr id="1" name="Shape 230"/>
        <p:cNvGrpSpPr/>
        <p:nvPr/>
      </p:nvGrpSpPr>
      <p:grpSpPr>
        <a:xfrm>
          <a:off x="0" y="0"/>
          <a:ext cx="0" cy="0"/>
          <a:chOff x="0" y="0"/>
          <a:chExt cx="0" cy="0"/>
        </a:xfrm>
      </p:grpSpPr>
      <p:sp>
        <p:nvSpPr>
          <p:cNvPr id="231" name="Google Shape;231;p8"/>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8"/>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33" name="Google Shape;233;p8"/>
          <p:cNvGrpSpPr/>
          <p:nvPr/>
        </p:nvGrpSpPr>
        <p:grpSpPr>
          <a:xfrm>
            <a:off x="58527" y="54292"/>
            <a:ext cx="2869771" cy="1563379"/>
            <a:chOff x="44879" y="27296"/>
            <a:chExt cx="2869771" cy="1563379"/>
          </a:xfrm>
        </p:grpSpPr>
        <p:cxnSp>
          <p:nvCxnSpPr>
            <p:cNvPr id="234" name="Google Shape;234;p8"/>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35" name="Google Shape;235;p8"/>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36" name="Google Shape;236;p8"/>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37" name="Google Shape;237;p8"/>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p8"/>
          <p:cNvSpPr txBox="1">
            <a:spLocks noGrp="1"/>
          </p:cNvSpPr>
          <p:nvPr>
            <p:ph type="body" idx="1"/>
          </p:nvPr>
        </p:nvSpPr>
        <p:spPr>
          <a:xfrm>
            <a:off x="774144" y="1962615"/>
            <a:ext cx="5202000" cy="421434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9" name="Google Shape;239;p8"/>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240" name="Google Shape;240;p8"/>
          <p:cNvGrpSpPr/>
          <p:nvPr/>
        </p:nvGrpSpPr>
        <p:grpSpPr>
          <a:xfrm>
            <a:off x="16026" y="4629289"/>
            <a:ext cx="434350" cy="2228711"/>
            <a:chOff x="16026" y="4629289"/>
            <a:chExt cx="434350" cy="2228711"/>
          </a:xfrm>
        </p:grpSpPr>
        <p:sp>
          <p:nvSpPr>
            <p:cNvPr id="241" name="Google Shape;241;p8"/>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8"/>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8"/>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 name="Google Shape;244;p8"/>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8"/>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6" name="Google Shape;246;p8"/>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47" name="Google Shape;247;p8"/>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8"/>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8"/>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250" name="Google Shape;250;p8"/>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grpSp>
        <p:nvGrpSpPr>
          <p:cNvPr id="251" name="Google Shape;251;p8"/>
          <p:cNvGrpSpPr/>
          <p:nvPr/>
        </p:nvGrpSpPr>
        <p:grpSpPr>
          <a:xfrm rot="10800000">
            <a:off x="9265363" y="5246044"/>
            <a:ext cx="2869771" cy="1563379"/>
            <a:chOff x="44879" y="27296"/>
            <a:chExt cx="2869771" cy="1563379"/>
          </a:xfrm>
        </p:grpSpPr>
        <p:cxnSp>
          <p:nvCxnSpPr>
            <p:cNvPr id="252" name="Google Shape;252;p8"/>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53" name="Google Shape;253;p8"/>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54" name="Google Shape;254;p8"/>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55" name="Google Shape;255;p8"/>
          <p:cNvSpPr txBox="1">
            <a:spLocks noGrp="1"/>
          </p:cNvSpPr>
          <p:nvPr>
            <p:ph type="body" idx="2"/>
          </p:nvPr>
        </p:nvSpPr>
        <p:spPr>
          <a:xfrm>
            <a:off x="6151800" y="1957280"/>
            <a:ext cx="5202000" cy="421434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6" name="Google Shape;256;p8"/>
          <p:cNvSpPr txBox="1">
            <a:spLocks noGrp="1"/>
          </p:cNvSpPr>
          <p:nvPr>
            <p:ph type="body" idx="3"/>
          </p:nvPr>
        </p:nvSpPr>
        <p:spPr>
          <a:xfrm>
            <a:off x="774144" y="1233825"/>
            <a:ext cx="5202794" cy="504825"/>
          </a:xfrm>
          <a:prstGeom prst="rect">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t" anchorCtr="0">
            <a:normAutofit/>
          </a:bodyPr>
          <a:lstStyle>
            <a:lvl1pPr marL="457200" lvl="0" indent="-228600" algn="ctr">
              <a:lnSpc>
                <a:spcPct val="120000"/>
              </a:lnSpc>
              <a:spcBef>
                <a:spcPts val="200"/>
              </a:spcBef>
              <a:spcAft>
                <a:spcPts val="0"/>
              </a:spcAft>
              <a:buClr>
                <a:schemeClr val="lt1"/>
              </a:buClr>
              <a:buSzPts val="2400"/>
              <a:buNone/>
              <a:defRPr sz="2400" b="1"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7" name="Google Shape;257;p8"/>
          <p:cNvSpPr txBox="1">
            <a:spLocks noGrp="1"/>
          </p:cNvSpPr>
          <p:nvPr>
            <p:ph type="body" idx="4"/>
          </p:nvPr>
        </p:nvSpPr>
        <p:spPr>
          <a:xfrm>
            <a:off x="6151006" y="1233825"/>
            <a:ext cx="5202794" cy="504825"/>
          </a:xfrm>
          <a:prstGeom prst="rect">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t" anchorCtr="0">
            <a:normAutofit/>
          </a:bodyPr>
          <a:lstStyle>
            <a:lvl1pPr marL="457200" lvl="0" indent="-228600" algn="ctr">
              <a:lnSpc>
                <a:spcPct val="120000"/>
              </a:lnSpc>
              <a:spcBef>
                <a:spcPts val="200"/>
              </a:spcBef>
              <a:spcAft>
                <a:spcPts val="0"/>
              </a:spcAft>
              <a:buClr>
                <a:schemeClr val="lt1"/>
              </a:buClr>
              <a:buSzPts val="2400"/>
              <a:buNone/>
              <a:defRPr sz="2400" b="1"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8" name="Google Shape;258;p8"/>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Noi dung 2">
  <p:cSld name="Noi dung 2">
    <p:spTree>
      <p:nvGrpSpPr>
        <p:cNvPr id="1" name="Shape 259"/>
        <p:cNvGrpSpPr/>
        <p:nvPr/>
      </p:nvGrpSpPr>
      <p:grpSpPr>
        <a:xfrm>
          <a:off x="0" y="0"/>
          <a:ext cx="0" cy="0"/>
          <a:chOff x="0" y="0"/>
          <a:chExt cx="0" cy="0"/>
        </a:xfrm>
      </p:grpSpPr>
      <p:sp>
        <p:nvSpPr>
          <p:cNvPr id="260" name="Google Shape;260;p9"/>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9"/>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62" name="Google Shape;262;p9"/>
          <p:cNvGrpSpPr/>
          <p:nvPr/>
        </p:nvGrpSpPr>
        <p:grpSpPr>
          <a:xfrm>
            <a:off x="58527" y="54292"/>
            <a:ext cx="2869771" cy="1563379"/>
            <a:chOff x="44879" y="27296"/>
            <a:chExt cx="2869771" cy="1563379"/>
          </a:xfrm>
        </p:grpSpPr>
        <p:cxnSp>
          <p:nvCxnSpPr>
            <p:cNvPr id="263" name="Google Shape;263;p9"/>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64" name="Google Shape;264;p9"/>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65" name="Google Shape;265;p9"/>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66" name="Google Shape;266;p9"/>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 name="Google Shape;267;p9"/>
          <p:cNvSpPr txBox="1">
            <a:spLocks noGrp="1"/>
          </p:cNvSpPr>
          <p:nvPr>
            <p:ph type="title"/>
          </p:nvPr>
        </p:nvSpPr>
        <p:spPr>
          <a:xfrm>
            <a:off x="774146" y="202009"/>
            <a:ext cx="3932227" cy="1698043"/>
          </a:xfrm>
          <a:prstGeom prst="rect">
            <a:avLst/>
          </a:prstGeom>
          <a:noFill/>
          <a:ln>
            <a:noFill/>
          </a:ln>
        </p:spPr>
        <p:txBody>
          <a:bodyPr spcFirstLastPara="1" wrap="square" lIns="91425" tIns="45700" rIns="91425" bIns="45700" anchor="ctr" anchorCtr="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8" name="Google Shape;268;p9"/>
          <p:cNvSpPr txBox="1">
            <a:spLocks noGrp="1"/>
          </p:cNvSpPr>
          <p:nvPr>
            <p:ph type="body" idx="1"/>
          </p:nvPr>
        </p:nvSpPr>
        <p:spPr>
          <a:xfrm>
            <a:off x="774144" y="2113808"/>
            <a:ext cx="3932227" cy="4063156"/>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9" name="Google Shape;269;p9"/>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270" name="Google Shape;270;p9"/>
          <p:cNvGrpSpPr/>
          <p:nvPr/>
        </p:nvGrpSpPr>
        <p:grpSpPr>
          <a:xfrm>
            <a:off x="16026" y="4629289"/>
            <a:ext cx="434350" cy="2228711"/>
            <a:chOff x="16026" y="4629289"/>
            <a:chExt cx="434350" cy="2228711"/>
          </a:xfrm>
        </p:grpSpPr>
        <p:sp>
          <p:nvSpPr>
            <p:cNvPr id="271" name="Google Shape;271;p9"/>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 name="Google Shape;272;p9"/>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3" name="Google Shape;273;p9"/>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 name="Google Shape;274;p9"/>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 name="Google Shape;275;p9"/>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6" name="Google Shape;276;p9"/>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77" name="Google Shape;277;p9"/>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8" name="Google Shape;278;p9"/>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9" name="Google Shape;279;p9"/>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280" name="Google Shape;280;p9"/>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grpSp>
        <p:nvGrpSpPr>
          <p:cNvPr id="281" name="Google Shape;281;p9"/>
          <p:cNvGrpSpPr/>
          <p:nvPr/>
        </p:nvGrpSpPr>
        <p:grpSpPr>
          <a:xfrm rot="10800000">
            <a:off x="9265363" y="5246044"/>
            <a:ext cx="2869771" cy="1563379"/>
            <a:chOff x="44879" y="27296"/>
            <a:chExt cx="2869771" cy="1563379"/>
          </a:xfrm>
        </p:grpSpPr>
        <p:cxnSp>
          <p:nvCxnSpPr>
            <p:cNvPr id="282" name="Google Shape;282;p9"/>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83" name="Google Shape;283;p9"/>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84" name="Google Shape;284;p9"/>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85" name="Google Shape;285;p9"/>
          <p:cNvSpPr txBox="1">
            <a:spLocks noGrp="1"/>
          </p:cNvSpPr>
          <p:nvPr>
            <p:ph type="body" idx="2"/>
          </p:nvPr>
        </p:nvSpPr>
        <p:spPr>
          <a:xfrm>
            <a:off x="5085934" y="202009"/>
            <a:ext cx="6267866" cy="5969620"/>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Hình ảnh">
  <p:cSld name="Hình ảnh">
    <p:spTree>
      <p:nvGrpSpPr>
        <p:cNvPr id="1" name="Shape 286"/>
        <p:cNvGrpSpPr/>
        <p:nvPr/>
      </p:nvGrpSpPr>
      <p:grpSpPr>
        <a:xfrm>
          <a:off x="0" y="0"/>
          <a:ext cx="0" cy="0"/>
          <a:chOff x="0" y="0"/>
          <a:chExt cx="0" cy="0"/>
        </a:xfrm>
      </p:grpSpPr>
      <p:sp>
        <p:nvSpPr>
          <p:cNvPr id="287" name="Google Shape;287;p10"/>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0"/>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89" name="Google Shape;289;p10"/>
          <p:cNvGrpSpPr/>
          <p:nvPr/>
        </p:nvGrpSpPr>
        <p:grpSpPr>
          <a:xfrm>
            <a:off x="58527" y="54292"/>
            <a:ext cx="2869771" cy="1563379"/>
            <a:chOff x="44879" y="27296"/>
            <a:chExt cx="2869771" cy="1563379"/>
          </a:xfrm>
        </p:grpSpPr>
        <p:cxnSp>
          <p:nvCxnSpPr>
            <p:cNvPr id="290" name="Google Shape;290;p10"/>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91" name="Google Shape;291;p10"/>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92" name="Google Shape;292;p10"/>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93" name="Google Shape;293;p10"/>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 name="Google Shape;294;p10"/>
          <p:cNvSpPr txBox="1">
            <a:spLocks noGrp="1"/>
          </p:cNvSpPr>
          <p:nvPr>
            <p:ph type="title"/>
          </p:nvPr>
        </p:nvSpPr>
        <p:spPr>
          <a:xfrm>
            <a:off x="774146" y="202009"/>
            <a:ext cx="3932227" cy="1698043"/>
          </a:xfrm>
          <a:prstGeom prst="rect">
            <a:avLst/>
          </a:prstGeom>
          <a:noFill/>
          <a:ln>
            <a:noFill/>
          </a:ln>
        </p:spPr>
        <p:txBody>
          <a:bodyPr spcFirstLastPara="1" wrap="square" lIns="91425" tIns="45700" rIns="91425" bIns="45700" anchor="ctr" anchorCtr="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0"/>
          <p:cNvSpPr txBox="1">
            <a:spLocks noGrp="1"/>
          </p:cNvSpPr>
          <p:nvPr>
            <p:ph type="body" idx="1"/>
          </p:nvPr>
        </p:nvSpPr>
        <p:spPr>
          <a:xfrm>
            <a:off x="774144" y="2113808"/>
            <a:ext cx="3932227" cy="4063156"/>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6" name="Google Shape;296;p10"/>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297" name="Google Shape;297;p10"/>
          <p:cNvGrpSpPr/>
          <p:nvPr/>
        </p:nvGrpSpPr>
        <p:grpSpPr>
          <a:xfrm>
            <a:off x="16026" y="4629289"/>
            <a:ext cx="434350" cy="2228711"/>
            <a:chOff x="16026" y="4629289"/>
            <a:chExt cx="434350" cy="2228711"/>
          </a:xfrm>
        </p:grpSpPr>
        <p:sp>
          <p:nvSpPr>
            <p:cNvPr id="298" name="Google Shape;298;p10"/>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10"/>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10"/>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1" name="Google Shape;301;p10"/>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2" name="Google Shape;302;p10"/>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3" name="Google Shape;303;p10"/>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04" name="Google Shape;304;p10"/>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0"/>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10"/>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07" name="Google Shape;307;p10"/>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grpSp>
        <p:nvGrpSpPr>
          <p:cNvPr id="308" name="Google Shape;308;p10"/>
          <p:cNvGrpSpPr/>
          <p:nvPr/>
        </p:nvGrpSpPr>
        <p:grpSpPr>
          <a:xfrm rot="10800000">
            <a:off x="9265363" y="5246044"/>
            <a:ext cx="2869771" cy="1563379"/>
            <a:chOff x="44879" y="27296"/>
            <a:chExt cx="2869771" cy="1563379"/>
          </a:xfrm>
        </p:grpSpPr>
        <p:cxnSp>
          <p:nvCxnSpPr>
            <p:cNvPr id="309" name="Google Shape;309;p10"/>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310" name="Google Shape;310;p10"/>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311" name="Google Shape;311;p10"/>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312" name="Google Shape;312;p10"/>
          <p:cNvSpPr>
            <a:spLocks noGrp="1"/>
          </p:cNvSpPr>
          <p:nvPr>
            <p:ph type="pic" idx="2"/>
          </p:nvPr>
        </p:nvSpPr>
        <p:spPr>
          <a:xfrm>
            <a:off x="5160373" y="202009"/>
            <a:ext cx="6237261" cy="5976999"/>
          </a:xfrm>
          <a:prstGeom prst="roundRect">
            <a:avLst>
              <a:gd name="adj" fmla="val 574"/>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rang trong 1">
  <p:cSld name="Trang trong 1">
    <p:spTree>
      <p:nvGrpSpPr>
        <p:cNvPr id="1" name="Shape 313"/>
        <p:cNvGrpSpPr/>
        <p:nvPr/>
      </p:nvGrpSpPr>
      <p:grpSpPr>
        <a:xfrm>
          <a:off x="0" y="0"/>
          <a:ext cx="0" cy="0"/>
          <a:chOff x="0" y="0"/>
          <a:chExt cx="0" cy="0"/>
        </a:xfrm>
      </p:grpSpPr>
      <p:sp>
        <p:nvSpPr>
          <p:cNvPr id="314" name="Google Shape;314;p11"/>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15" name="Google Shape;315;p11"/>
          <p:cNvGrpSpPr/>
          <p:nvPr/>
        </p:nvGrpSpPr>
        <p:grpSpPr>
          <a:xfrm rot="10800000">
            <a:off x="9263702" y="5930537"/>
            <a:ext cx="2869771" cy="886519"/>
            <a:chOff x="44879" y="27296"/>
            <a:chExt cx="2869771" cy="886519"/>
          </a:xfrm>
        </p:grpSpPr>
        <p:cxnSp>
          <p:nvCxnSpPr>
            <p:cNvPr id="316" name="Google Shape;316;p11"/>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317" name="Google Shape;317;p11"/>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318" name="Google Shape;318;p11"/>
            <p:cNvCxnSpPr/>
            <p:nvPr/>
          </p:nvCxnSpPr>
          <p:spPr>
            <a:xfrm rot="10800000">
              <a:off x="52214" y="654128"/>
              <a:ext cx="0" cy="259687"/>
            </a:xfrm>
            <a:prstGeom prst="straightConnector1">
              <a:avLst/>
            </a:prstGeom>
            <a:noFill/>
            <a:ln w="38100" cap="rnd" cmpd="sng">
              <a:solidFill>
                <a:srgbClr val="00C6FF"/>
              </a:solidFill>
              <a:prstDash val="solid"/>
              <a:round/>
              <a:headEnd type="none" w="sm" len="sm"/>
              <a:tailEnd type="none" w="sm" len="sm"/>
            </a:ln>
          </p:spPr>
        </p:cxnSp>
      </p:grpSp>
      <p:sp>
        <p:nvSpPr>
          <p:cNvPr id="319" name="Google Shape;319;p11"/>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20" name="Google Shape;320;p11"/>
          <p:cNvSpPr txBox="1">
            <a:spLocks noGrp="1"/>
          </p:cNvSpPr>
          <p:nvPr>
            <p:ph type="sldNum" idx="12"/>
          </p:nvPr>
        </p:nvSpPr>
        <p:spPr>
          <a:xfrm>
            <a:off x="-2005"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lt1"/>
                </a:solidFill>
                <a:latin typeface="Arial"/>
                <a:ea typeface="Arial"/>
                <a:cs typeface="Arial"/>
                <a:sym typeface="Arial"/>
              </a:defRPr>
            </a:lvl1pPr>
            <a:lvl2pPr marL="0" lvl="1" indent="0" algn="ctr">
              <a:spcBef>
                <a:spcPts val="0"/>
              </a:spcBef>
              <a:buNone/>
              <a:defRPr sz="700">
                <a:solidFill>
                  <a:schemeClr val="lt1"/>
                </a:solidFill>
                <a:latin typeface="Arial"/>
                <a:ea typeface="Arial"/>
                <a:cs typeface="Arial"/>
                <a:sym typeface="Arial"/>
              </a:defRPr>
            </a:lvl2pPr>
            <a:lvl3pPr marL="0" lvl="2" indent="0" algn="ctr">
              <a:spcBef>
                <a:spcPts val="0"/>
              </a:spcBef>
              <a:buNone/>
              <a:defRPr sz="700">
                <a:solidFill>
                  <a:schemeClr val="lt1"/>
                </a:solidFill>
                <a:latin typeface="Arial"/>
                <a:ea typeface="Arial"/>
                <a:cs typeface="Arial"/>
                <a:sym typeface="Arial"/>
              </a:defRPr>
            </a:lvl3pPr>
            <a:lvl4pPr marL="0" lvl="3" indent="0" algn="ctr">
              <a:spcBef>
                <a:spcPts val="0"/>
              </a:spcBef>
              <a:buNone/>
              <a:defRPr sz="700">
                <a:solidFill>
                  <a:schemeClr val="lt1"/>
                </a:solidFill>
                <a:latin typeface="Arial"/>
                <a:ea typeface="Arial"/>
                <a:cs typeface="Arial"/>
                <a:sym typeface="Arial"/>
              </a:defRPr>
            </a:lvl4pPr>
            <a:lvl5pPr marL="0" lvl="4" indent="0" algn="ctr">
              <a:spcBef>
                <a:spcPts val="0"/>
              </a:spcBef>
              <a:buNone/>
              <a:defRPr sz="700">
                <a:solidFill>
                  <a:schemeClr val="lt1"/>
                </a:solidFill>
                <a:latin typeface="Arial"/>
                <a:ea typeface="Arial"/>
                <a:cs typeface="Arial"/>
                <a:sym typeface="Arial"/>
              </a:defRPr>
            </a:lvl5pPr>
            <a:lvl6pPr marL="0" lvl="5" indent="0" algn="ctr">
              <a:spcBef>
                <a:spcPts val="0"/>
              </a:spcBef>
              <a:buNone/>
              <a:defRPr sz="700">
                <a:solidFill>
                  <a:schemeClr val="lt1"/>
                </a:solidFill>
                <a:latin typeface="Arial"/>
                <a:ea typeface="Arial"/>
                <a:cs typeface="Arial"/>
                <a:sym typeface="Arial"/>
              </a:defRPr>
            </a:lvl6pPr>
            <a:lvl7pPr marL="0" lvl="6" indent="0" algn="ctr">
              <a:spcBef>
                <a:spcPts val="0"/>
              </a:spcBef>
              <a:buNone/>
              <a:defRPr sz="700">
                <a:solidFill>
                  <a:schemeClr val="lt1"/>
                </a:solidFill>
                <a:latin typeface="Arial"/>
                <a:ea typeface="Arial"/>
                <a:cs typeface="Arial"/>
                <a:sym typeface="Arial"/>
              </a:defRPr>
            </a:lvl7pPr>
            <a:lvl8pPr marL="0" lvl="7" indent="0" algn="ctr">
              <a:spcBef>
                <a:spcPts val="0"/>
              </a:spcBef>
              <a:buNone/>
              <a:defRPr sz="700">
                <a:solidFill>
                  <a:schemeClr val="lt1"/>
                </a:solidFill>
                <a:latin typeface="Arial"/>
                <a:ea typeface="Arial"/>
                <a:cs typeface="Arial"/>
                <a:sym typeface="Arial"/>
              </a:defRPr>
            </a:lvl8pPr>
            <a:lvl9pPr marL="0" lvl="8" indent="0" algn="ctr">
              <a:spcBef>
                <a:spcPts val="0"/>
              </a:spcBef>
              <a:buNone/>
              <a:defRPr sz="700">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sp>
        <p:nvSpPr>
          <p:cNvPr id="321" name="Google Shape;321;p11"/>
          <p:cNvSpPr/>
          <p:nvPr/>
        </p:nvSpPr>
        <p:spPr>
          <a:xfrm rot="10800000">
            <a:off x="0" y="0"/>
            <a:ext cx="715617" cy="616911"/>
          </a:xfrm>
          <a:prstGeom prst="triangle">
            <a:avLst>
              <a:gd name="adj" fmla="val 100000"/>
            </a:avLst>
          </a:prstGeom>
          <a:solidFill>
            <a:srgbClr val="007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22" name="Google Shape;322;p11"/>
          <p:cNvGrpSpPr/>
          <p:nvPr/>
        </p:nvGrpSpPr>
        <p:grpSpPr>
          <a:xfrm>
            <a:off x="58527" y="40944"/>
            <a:ext cx="2869771" cy="886519"/>
            <a:chOff x="44879" y="27296"/>
            <a:chExt cx="2869771" cy="886519"/>
          </a:xfrm>
        </p:grpSpPr>
        <p:cxnSp>
          <p:nvCxnSpPr>
            <p:cNvPr id="323" name="Google Shape;323;p11"/>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324" name="Google Shape;324;p11"/>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325" name="Google Shape;325;p11"/>
            <p:cNvCxnSpPr/>
            <p:nvPr/>
          </p:nvCxnSpPr>
          <p:spPr>
            <a:xfrm rot="10800000">
              <a:off x="52214" y="654128"/>
              <a:ext cx="0" cy="259687"/>
            </a:xfrm>
            <a:prstGeom prst="straightConnector1">
              <a:avLst/>
            </a:prstGeom>
            <a:noFill/>
            <a:ln w="38100" cap="flat" cmpd="sng">
              <a:solidFill>
                <a:srgbClr val="00C6FF"/>
              </a:solidFill>
              <a:prstDash val="solid"/>
              <a:miter lim="800000"/>
              <a:headEnd type="none" w="sm" len="sm"/>
              <a:tailEnd type="none" w="sm" len="sm"/>
            </a:ln>
          </p:spPr>
        </p:cxnSp>
      </p:grpSp>
      <p:sp>
        <p:nvSpPr>
          <p:cNvPr id="326" name="Google Shape;326;p11"/>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7" name="Google Shape;327;p11"/>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8" name="Google Shape;328;p11"/>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rang trong 2">
  <p:cSld name="Trang trong 2">
    <p:spTree>
      <p:nvGrpSpPr>
        <p:cNvPr id="1" name="Shape 329"/>
        <p:cNvGrpSpPr/>
        <p:nvPr/>
      </p:nvGrpSpPr>
      <p:grpSpPr>
        <a:xfrm>
          <a:off x="0" y="0"/>
          <a:ext cx="0" cy="0"/>
          <a:chOff x="0" y="0"/>
          <a:chExt cx="0" cy="0"/>
        </a:xfrm>
      </p:grpSpPr>
      <p:sp>
        <p:nvSpPr>
          <p:cNvPr id="330" name="Google Shape;330;p12"/>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31" name="Google Shape;331;p12"/>
          <p:cNvSpPr txBox="1">
            <a:spLocks noGrp="1"/>
          </p:cNvSpPr>
          <p:nvPr>
            <p:ph type="sldNum" idx="12"/>
          </p:nvPr>
        </p:nvSpPr>
        <p:spPr>
          <a:xfrm>
            <a:off x="-2005"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lt1"/>
                </a:solidFill>
                <a:latin typeface="Arial"/>
                <a:ea typeface="Arial"/>
                <a:cs typeface="Arial"/>
                <a:sym typeface="Arial"/>
              </a:defRPr>
            </a:lvl1pPr>
            <a:lvl2pPr marL="0" lvl="1" indent="0" algn="ctr">
              <a:spcBef>
                <a:spcPts val="0"/>
              </a:spcBef>
              <a:buNone/>
              <a:defRPr sz="700">
                <a:solidFill>
                  <a:schemeClr val="lt1"/>
                </a:solidFill>
                <a:latin typeface="Arial"/>
                <a:ea typeface="Arial"/>
                <a:cs typeface="Arial"/>
                <a:sym typeface="Arial"/>
              </a:defRPr>
            </a:lvl2pPr>
            <a:lvl3pPr marL="0" lvl="2" indent="0" algn="ctr">
              <a:spcBef>
                <a:spcPts val="0"/>
              </a:spcBef>
              <a:buNone/>
              <a:defRPr sz="700">
                <a:solidFill>
                  <a:schemeClr val="lt1"/>
                </a:solidFill>
                <a:latin typeface="Arial"/>
                <a:ea typeface="Arial"/>
                <a:cs typeface="Arial"/>
                <a:sym typeface="Arial"/>
              </a:defRPr>
            </a:lvl3pPr>
            <a:lvl4pPr marL="0" lvl="3" indent="0" algn="ctr">
              <a:spcBef>
                <a:spcPts val="0"/>
              </a:spcBef>
              <a:buNone/>
              <a:defRPr sz="700">
                <a:solidFill>
                  <a:schemeClr val="lt1"/>
                </a:solidFill>
                <a:latin typeface="Arial"/>
                <a:ea typeface="Arial"/>
                <a:cs typeface="Arial"/>
                <a:sym typeface="Arial"/>
              </a:defRPr>
            </a:lvl4pPr>
            <a:lvl5pPr marL="0" lvl="4" indent="0" algn="ctr">
              <a:spcBef>
                <a:spcPts val="0"/>
              </a:spcBef>
              <a:buNone/>
              <a:defRPr sz="700">
                <a:solidFill>
                  <a:schemeClr val="lt1"/>
                </a:solidFill>
                <a:latin typeface="Arial"/>
                <a:ea typeface="Arial"/>
                <a:cs typeface="Arial"/>
                <a:sym typeface="Arial"/>
              </a:defRPr>
            </a:lvl5pPr>
            <a:lvl6pPr marL="0" lvl="5" indent="0" algn="ctr">
              <a:spcBef>
                <a:spcPts val="0"/>
              </a:spcBef>
              <a:buNone/>
              <a:defRPr sz="700">
                <a:solidFill>
                  <a:schemeClr val="lt1"/>
                </a:solidFill>
                <a:latin typeface="Arial"/>
                <a:ea typeface="Arial"/>
                <a:cs typeface="Arial"/>
                <a:sym typeface="Arial"/>
              </a:defRPr>
            </a:lvl6pPr>
            <a:lvl7pPr marL="0" lvl="6" indent="0" algn="ctr">
              <a:spcBef>
                <a:spcPts val="0"/>
              </a:spcBef>
              <a:buNone/>
              <a:defRPr sz="700">
                <a:solidFill>
                  <a:schemeClr val="lt1"/>
                </a:solidFill>
                <a:latin typeface="Arial"/>
                <a:ea typeface="Arial"/>
                <a:cs typeface="Arial"/>
                <a:sym typeface="Arial"/>
              </a:defRPr>
            </a:lvl7pPr>
            <a:lvl8pPr marL="0" lvl="7" indent="0" algn="ctr">
              <a:spcBef>
                <a:spcPts val="0"/>
              </a:spcBef>
              <a:buNone/>
              <a:defRPr sz="700">
                <a:solidFill>
                  <a:schemeClr val="lt1"/>
                </a:solidFill>
                <a:latin typeface="Arial"/>
                <a:ea typeface="Arial"/>
                <a:cs typeface="Arial"/>
                <a:sym typeface="Arial"/>
              </a:defRPr>
            </a:lvl8pPr>
            <a:lvl9pPr marL="0" lvl="8" indent="0" algn="ctr">
              <a:spcBef>
                <a:spcPts val="0"/>
              </a:spcBef>
              <a:buNone/>
              <a:defRPr sz="700">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72FF"/>
              </a:buClr>
              <a:buSzPts val="4000"/>
              <a:buFont typeface="Times New Roman"/>
              <a:buNone/>
              <a:defRPr sz="4000" b="1" i="0" u="none" strike="noStrike" cap="none">
                <a:solidFill>
                  <a:srgbClr val="0072FF"/>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B8C9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B8C9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B8C95"/>
                </a:solidFill>
                <a:latin typeface="Calibri"/>
                <a:ea typeface="Calibri"/>
                <a:cs typeface="Calibri"/>
                <a:sym typeface="Calibri"/>
              </a:defRPr>
            </a:lvl1pPr>
            <a:lvl2pPr marL="0" marR="0" lvl="1" indent="0" algn="r" rtl="0">
              <a:spcBef>
                <a:spcPts val="0"/>
              </a:spcBef>
              <a:buNone/>
              <a:defRPr sz="1200" b="0" i="0" u="none" strike="noStrike" cap="none">
                <a:solidFill>
                  <a:srgbClr val="8B8C95"/>
                </a:solidFill>
                <a:latin typeface="Calibri"/>
                <a:ea typeface="Calibri"/>
                <a:cs typeface="Calibri"/>
                <a:sym typeface="Calibri"/>
              </a:defRPr>
            </a:lvl2pPr>
            <a:lvl3pPr marL="0" marR="0" lvl="2" indent="0" algn="r" rtl="0">
              <a:spcBef>
                <a:spcPts val="0"/>
              </a:spcBef>
              <a:buNone/>
              <a:defRPr sz="1200" b="0" i="0" u="none" strike="noStrike" cap="none">
                <a:solidFill>
                  <a:srgbClr val="8B8C95"/>
                </a:solidFill>
                <a:latin typeface="Calibri"/>
                <a:ea typeface="Calibri"/>
                <a:cs typeface="Calibri"/>
                <a:sym typeface="Calibri"/>
              </a:defRPr>
            </a:lvl3pPr>
            <a:lvl4pPr marL="0" marR="0" lvl="3" indent="0" algn="r" rtl="0">
              <a:spcBef>
                <a:spcPts val="0"/>
              </a:spcBef>
              <a:buNone/>
              <a:defRPr sz="1200" b="0" i="0" u="none" strike="noStrike" cap="none">
                <a:solidFill>
                  <a:srgbClr val="8B8C95"/>
                </a:solidFill>
                <a:latin typeface="Calibri"/>
                <a:ea typeface="Calibri"/>
                <a:cs typeface="Calibri"/>
                <a:sym typeface="Calibri"/>
              </a:defRPr>
            </a:lvl4pPr>
            <a:lvl5pPr marL="0" marR="0" lvl="4" indent="0" algn="r" rtl="0">
              <a:spcBef>
                <a:spcPts val="0"/>
              </a:spcBef>
              <a:buNone/>
              <a:defRPr sz="1200" b="0" i="0" u="none" strike="noStrike" cap="none">
                <a:solidFill>
                  <a:srgbClr val="8B8C95"/>
                </a:solidFill>
                <a:latin typeface="Calibri"/>
                <a:ea typeface="Calibri"/>
                <a:cs typeface="Calibri"/>
                <a:sym typeface="Calibri"/>
              </a:defRPr>
            </a:lvl5pPr>
            <a:lvl6pPr marL="0" marR="0" lvl="5" indent="0" algn="r" rtl="0">
              <a:spcBef>
                <a:spcPts val="0"/>
              </a:spcBef>
              <a:buNone/>
              <a:defRPr sz="1200" b="0" i="0" u="none" strike="noStrike" cap="none">
                <a:solidFill>
                  <a:srgbClr val="8B8C95"/>
                </a:solidFill>
                <a:latin typeface="Calibri"/>
                <a:ea typeface="Calibri"/>
                <a:cs typeface="Calibri"/>
                <a:sym typeface="Calibri"/>
              </a:defRPr>
            </a:lvl6pPr>
            <a:lvl7pPr marL="0" marR="0" lvl="6" indent="0" algn="r" rtl="0">
              <a:spcBef>
                <a:spcPts val="0"/>
              </a:spcBef>
              <a:buNone/>
              <a:defRPr sz="1200" b="0" i="0" u="none" strike="noStrike" cap="none">
                <a:solidFill>
                  <a:srgbClr val="8B8C95"/>
                </a:solidFill>
                <a:latin typeface="Calibri"/>
                <a:ea typeface="Calibri"/>
                <a:cs typeface="Calibri"/>
                <a:sym typeface="Calibri"/>
              </a:defRPr>
            </a:lvl7pPr>
            <a:lvl8pPr marL="0" marR="0" lvl="7" indent="0" algn="r" rtl="0">
              <a:spcBef>
                <a:spcPts val="0"/>
              </a:spcBef>
              <a:buNone/>
              <a:defRPr sz="1200" b="0" i="0" u="none" strike="noStrike" cap="none">
                <a:solidFill>
                  <a:srgbClr val="8B8C95"/>
                </a:solidFill>
                <a:latin typeface="Calibri"/>
                <a:ea typeface="Calibri"/>
                <a:cs typeface="Calibri"/>
                <a:sym typeface="Calibri"/>
              </a:defRPr>
            </a:lvl8pPr>
            <a:lvl9pPr marL="0" marR="0" lvl="8" indent="0" algn="r" rtl="0">
              <a:spcBef>
                <a:spcPts val="0"/>
              </a:spcBef>
              <a:buNone/>
              <a:defRPr sz="1200" b="0" i="0" u="none" strike="noStrike" cap="none">
                <a:solidFill>
                  <a:srgbClr val="8B8C9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V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13"/>
          <p:cNvSpPr txBox="1">
            <a:spLocks noGrp="1"/>
          </p:cNvSpPr>
          <p:nvPr>
            <p:ph type="ftr" idx="11"/>
          </p:nvPr>
        </p:nvSpPr>
        <p:spPr>
          <a:xfrm>
            <a:off x="2353680" y="6480629"/>
            <a:ext cx="4288103" cy="23677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37" name="Google Shape;337;p13"/>
          <p:cNvSpPr txBox="1">
            <a:spLocks noGrp="1"/>
          </p:cNvSpPr>
          <p:nvPr>
            <p:ph type="sldNum" idx="12"/>
          </p:nvPr>
        </p:nvSpPr>
        <p:spPr>
          <a:xfrm>
            <a:off x="75604" y="6587552"/>
            <a:ext cx="291600" cy="291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a:t>
            </a:fld>
            <a:endParaRPr/>
          </a:p>
        </p:txBody>
      </p:sp>
      <p:sp>
        <p:nvSpPr>
          <p:cNvPr id="338" name="Google Shape;338;p13"/>
          <p:cNvSpPr txBox="1">
            <a:spLocks noGrp="1"/>
          </p:cNvSpPr>
          <p:nvPr>
            <p:ph type="body" idx="1"/>
          </p:nvPr>
        </p:nvSpPr>
        <p:spPr>
          <a:xfrm>
            <a:off x="1850807" y="2783633"/>
            <a:ext cx="8490300" cy="696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0046"/>
              </a:buClr>
              <a:buSzPts val="4400"/>
              <a:buNone/>
            </a:pPr>
            <a:r>
              <a:rPr lang="en-VN">
                <a:latin typeface="Times New Roman"/>
                <a:ea typeface="Times New Roman"/>
                <a:cs typeface="Times New Roman"/>
                <a:sym typeface="Times New Roman"/>
              </a:rPr>
              <a:t>Lập trình hướng đối tượng</a:t>
            </a:r>
            <a:endParaRPr>
              <a:latin typeface="Times New Roman"/>
              <a:ea typeface="Times New Roman"/>
              <a:cs typeface="Times New Roman"/>
              <a:sym typeface="Times New Roman"/>
            </a:endParaRPr>
          </a:p>
        </p:txBody>
      </p:sp>
      <p:sp>
        <p:nvSpPr>
          <p:cNvPr id="339" name="Google Shape;339;p13"/>
          <p:cNvSpPr txBox="1">
            <a:spLocks noGrp="1"/>
          </p:cNvSpPr>
          <p:nvPr>
            <p:ph type="body" idx="2"/>
          </p:nvPr>
        </p:nvSpPr>
        <p:spPr>
          <a:xfrm>
            <a:off x="876991" y="3614930"/>
            <a:ext cx="10437900" cy="4593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0046"/>
              </a:buClr>
              <a:buSzPts val="2800"/>
              <a:buNone/>
            </a:pPr>
            <a:r>
              <a:rPr lang="en-VN"/>
              <a:t>CLASS, PROPERTIES và METHOD trong JAVA </a:t>
            </a:r>
            <a:endParaRPr/>
          </a:p>
        </p:txBody>
      </p:sp>
      <p:sp>
        <p:nvSpPr>
          <p:cNvPr id="340" name="Google Shape;340;p13"/>
          <p:cNvSpPr txBox="1">
            <a:spLocks noGrp="1"/>
          </p:cNvSpPr>
          <p:nvPr>
            <p:ph type="body" idx="3"/>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1400"/>
              <a:buNone/>
            </a:pPr>
            <a:r>
              <a:rPr lang="en-VN"/>
              <a:t>Trương Minh Châu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4"/>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VN"/>
              <a:t>Thực hiện bởi Trường Đại học Công nghệ Thông tin, ĐHQG-HCM</a:t>
            </a:r>
            <a:endParaRPr/>
          </a:p>
        </p:txBody>
      </p:sp>
      <p:sp>
        <p:nvSpPr>
          <p:cNvPr id="346" name="Google Shape;346;p14"/>
          <p:cNvSpPr txBox="1">
            <a:spLocks noGrp="1"/>
          </p:cNvSpPr>
          <p:nvPr>
            <p:ph type="sldNum" idx="12"/>
          </p:nvPr>
        </p:nvSpPr>
        <p:spPr>
          <a:xfrm>
            <a:off x="58527" y="6566400"/>
            <a:ext cx="291600" cy="291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a:t>
            </a:fld>
            <a:endParaRPr/>
          </a:p>
        </p:txBody>
      </p:sp>
      <p:sp>
        <p:nvSpPr>
          <p:cNvPr id="347" name="Google Shape;347;p14"/>
          <p:cNvSpPr txBox="1">
            <a:spLocks noGrp="1"/>
          </p:cNvSpPr>
          <p:nvPr>
            <p:ph type="body" idx="1"/>
          </p:nvPr>
        </p:nvSpPr>
        <p:spPr>
          <a:xfrm>
            <a:off x="2033899" y="1559014"/>
            <a:ext cx="8124204" cy="4153664"/>
          </a:xfrm>
          <a:prstGeom prst="rect">
            <a:avLst/>
          </a:prstGeom>
          <a:noFill/>
          <a:ln>
            <a:noFill/>
          </a:ln>
        </p:spPr>
        <p:txBody>
          <a:bodyPr spcFirstLastPara="1" wrap="square" lIns="91425" tIns="45700" rIns="91425" bIns="45700" anchor="ctr" anchorCtr="0">
            <a:normAutofit/>
          </a:bodyPr>
          <a:lstStyle/>
          <a:p>
            <a:pPr marL="457200" lvl="0" indent="-406400" algn="just" rtl="0">
              <a:lnSpc>
                <a:spcPct val="130000"/>
              </a:lnSpc>
              <a:spcBef>
                <a:spcPts val="0"/>
              </a:spcBef>
              <a:spcAft>
                <a:spcPts val="0"/>
              </a:spcAft>
              <a:buSzPts val="2800"/>
              <a:buAutoNum type="arabicPeriod"/>
            </a:pPr>
            <a:r>
              <a:rPr lang="en-VN"/>
              <a:t>Phương thức nạp chồng (overloading)</a:t>
            </a:r>
            <a:endParaRPr/>
          </a:p>
          <a:p>
            <a:pPr marL="457200" lvl="0" indent="-406400" algn="just" rtl="0">
              <a:lnSpc>
                <a:spcPct val="130000"/>
              </a:lnSpc>
              <a:spcBef>
                <a:spcPts val="0"/>
              </a:spcBef>
              <a:spcAft>
                <a:spcPts val="0"/>
              </a:spcAft>
              <a:buSzPts val="2800"/>
              <a:buAutoNum type="arabicPeriod"/>
            </a:pPr>
            <a:r>
              <a:rPr lang="en-VN"/>
              <a:t>Lớp (class) và đối tượng (object)</a:t>
            </a:r>
            <a:endParaRPr/>
          </a:p>
          <a:p>
            <a:pPr marL="457200" lvl="0" indent="-406400" algn="just" rtl="0">
              <a:lnSpc>
                <a:spcPct val="130000"/>
              </a:lnSpc>
              <a:spcBef>
                <a:spcPts val="0"/>
              </a:spcBef>
              <a:spcAft>
                <a:spcPts val="0"/>
              </a:spcAft>
              <a:buSzPts val="2800"/>
              <a:buAutoNum type="arabicPeriod"/>
            </a:pPr>
            <a:r>
              <a:rPr lang="en-VN"/>
              <a:t>Thuộc tính (properties) và phương thức (method)</a:t>
            </a:r>
            <a:endParaRPr/>
          </a:p>
          <a:p>
            <a:pPr marL="457200" lvl="0" indent="-406400" algn="just" rtl="0">
              <a:lnSpc>
                <a:spcPct val="130000"/>
              </a:lnSpc>
              <a:spcBef>
                <a:spcPts val="0"/>
              </a:spcBef>
              <a:spcAft>
                <a:spcPts val="0"/>
              </a:spcAft>
              <a:buSzPts val="2800"/>
              <a:buAutoNum type="arabicPeriod"/>
            </a:pPr>
            <a:r>
              <a:rPr lang="en-VN"/>
              <a:t>Hàm tạo (constructor)</a:t>
            </a:r>
            <a:endParaRPr/>
          </a:p>
        </p:txBody>
      </p:sp>
      <p:sp>
        <p:nvSpPr>
          <p:cNvPr id="348" name="Google Shape;348;p14"/>
          <p:cNvSpPr txBox="1">
            <a:spLocks noGrp="1"/>
          </p:cNvSpPr>
          <p:nvPr>
            <p:ph type="body" idx="2"/>
          </p:nvPr>
        </p:nvSpPr>
        <p:spPr>
          <a:xfrm>
            <a:off x="4859729" y="734646"/>
            <a:ext cx="2714625" cy="457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3600"/>
              <a:buNone/>
            </a:pPr>
            <a:r>
              <a:rPr lang="en-VN"/>
              <a:t>Nội dung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15"/>
          <p:cNvSpPr txBox="1">
            <a:spLocks noGrp="1"/>
          </p:cNvSpPr>
          <p:nvPr>
            <p:ph type="title"/>
          </p:nvPr>
        </p:nvSpPr>
        <p:spPr>
          <a:xfrm>
            <a:off x="774146" y="202009"/>
            <a:ext cx="3932100" cy="1698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Phương thức overloading</a:t>
            </a:r>
            <a:endParaRPr/>
          </a:p>
        </p:txBody>
      </p:sp>
      <p:sp>
        <p:nvSpPr>
          <p:cNvPr id="354" name="Google Shape;354;p15"/>
          <p:cNvSpPr txBox="1">
            <a:spLocks noGrp="1"/>
          </p:cNvSpPr>
          <p:nvPr>
            <p:ph type="body" idx="1"/>
          </p:nvPr>
        </p:nvSpPr>
        <p:spPr>
          <a:xfrm>
            <a:off x="774144" y="2113808"/>
            <a:ext cx="3932100" cy="4063200"/>
          </a:xfrm>
          <a:prstGeom prst="rect">
            <a:avLst/>
          </a:prstGeom>
          <a:noFill/>
          <a:ln>
            <a:noFill/>
          </a:ln>
        </p:spPr>
        <p:txBody>
          <a:bodyPr spcFirstLastPara="1" wrap="square" lIns="91425" tIns="45700" rIns="91425" bIns="45700" anchor="ctr" anchorCtr="0">
            <a:normAutofit/>
          </a:bodyPr>
          <a:lstStyle/>
          <a:p>
            <a:pPr marL="177800" lvl="0" indent="0" algn="just" rtl="0">
              <a:lnSpc>
                <a:spcPct val="130000"/>
              </a:lnSpc>
              <a:spcBef>
                <a:spcPts val="0"/>
              </a:spcBef>
              <a:spcAft>
                <a:spcPts val="0"/>
              </a:spcAft>
              <a:buClr>
                <a:schemeClr val="dk1"/>
              </a:buClr>
              <a:buSzPts val="2800"/>
              <a:buNone/>
            </a:pPr>
            <a:r>
              <a:rPr lang="en-VN" b="1"/>
              <a:t>Vấn đề gặp phải?</a:t>
            </a:r>
            <a:endParaRPr b="1"/>
          </a:p>
        </p:txBody>
      </p:sp>
      <p:sp>
        <p:nvSpPr>
          <p:cNvPr id="355" name="Google Shape;355;p15"/>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56" name="Google Shape;356;p15"/>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VN"/>
              <a:t>3</a:t>
            </a:fld>
            <a:endParaRPr/>
          </a:p>
        </p:txBody>
      </p:sp>
      <p:pic>
        <p:nvPicPr>
          <p:cNvPr id="357" name="Google Shape;357;p15"/>
          <p:cNvPicPr preferRelativeResize="0"/>
          <p:nvPr/>
        </p:nvPicPr>
        <p:blipFill>
          <a:blip r:embed="rId3">
            <a:alphaModFix/>
          </a:blip>
          <a:stretch>
            <a:fillRect/>
          </a:stretch>
        </p:blipFill>
        <p:spPr>
          <a:xfrm>
            <a:off x="5452325" y="216188"/>
            <a:ext cx="5845706" cy="6425624"/>
          </a:xfrm>
          <a:prstGeom prst="rect">
            <a:avLst/>
          </a:prstGeom>
          <a:noFill/>
          <a:ln>
            <a:noFill/>
          </a:ln>
        </p:spPr>
      </p:pic>
      <p:sp>
        <p:nvSpPr>
          <p:cNvPr id="358" name="Google Shape;358;p15"/>
          <p:cNvSpPr/>
          <p:nvPr/>
        </p:nvSpPr>
        <p:spPr>
          <a:xfrm>
            <a:off x="6064766" y="804077"/>
            <a:ext cx="487800" cy="2631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59" name="Google Shape;359;p15"/>
          <p:cNvSpPr/>
          <p:nvPr/>
        </p:nvSpPr>
        <p:spPr>
          <a:xfrm>
            <a:off x="6263650" y="1757977"/>
            <a:ext cx="707100" cy="2631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60" name="Google Shape;360;p15"/>
          <p:cNvSpPr/>
          <p:nvPr/>
        </p:nvSpPr>
        <p:spPr>
          <a:xfrm>
            <a:off x="6064775" y="2897725"/>
            <a:ext cx="813000" cy="2631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61" name="Google Shape;361;p15"/>
          <p:cNvSpPr/>
          <p:nvPr/>
        </p:nvSpPr>
        <p:spPr>
          <a:xfrm>
            <a:off x="6263650" y="3840000"/>
            <a:ext cx="1020900" cy="2631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16"/>
          <p:cNvSpPr txBox="1">
            <a:spLocks noGrp="1"/>
          </p:cNvSpPr>
          <p:nvPr>
            <p:ph type="title"/>
          </p:nvPr>
        </p:nvSpPr>
        <p:spPr>
          <a:xfrm>
            <a:off x="774146" y="202009"/>
            <a:ext cx="3932100" cy="1698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Phương thức overloading</a:t>
            </a:r>
            <a:endParaRPr/>
          </a:p>
        </p:txBody>
      </p:sp>
      <p:sp>
        <p:nvSpPr>
          <p:cNvPr id="367" name="Google Shape;367;p16"/>
          <p:cNvSpPr txBox="1">
            <a:spLocks noGrp="1"/>
          </p:cNvSpPr>
          <p:nvPr>
            <p:ph type="body" idx="1"/>
          </p:nvPr>
        </p:nvSpPr>
        <p:spPr>
          <a:xfrm>
            <a:off x="774144" y="2113808"/>
            <a:ext cx="3932100" cy="4063200"/>
          </a:xfrm>
          <a:prstGeom prst="rect">
            <a:avLst/>
          </a:prstGeom>
          <a:noFill/>
          <a:ln>
            <a:noFill/>
          </a:ln>
        </p:spPr>
        <p:txBody>
          <a:bodyPr spcFirstLastPara="1" wrap="square" lIns="91425" tIns="45700" rIns="91425" bIns="45700" anchor="t" anchorCtr="0">
            <a:normAutofit/>
          </a:bodyPr>
          <a:lstStyle/>
          <a:p>
            <a:pPr marL="0" lvl="0" indent="0" algn="just" rtl="0">
              <a:lnSpc>
                <a:spcPct val="130000"/>
              </a:lnSpc>
              <a:spcBef>
                <a:spcPts val="0"/>
              </a:spcBef>
              <a:spcAft>
                <a:spcPts val="0"/>
              </a:spcAft>
              <a:buNone/>
            </a:pPr>
            <a:r>
              <a:rPr lang="en-VN"/>
              <a:t>Với phương thức overloading</a:t>
            </a:r>
            <a:endParaRPr/>
          </a:p>
          <a:p>
            <a:pPr marL="457200" lvl="0" indent="-406400" algn="just" rtl="0">
              <a:lnSpc>
                <a:spcPct val="130000"/>
              </a:lnSpc>
              <a:spcBef>
                <a:spcPts val="0"/>
              </a:spcBef>
              <a:spcAft>
                <a:spcPts val="0"/>
              </a:spcAft>
              <a:buSzPts val="2800"/>
              <a:buChar char="-"/>
            </a:pPr>
            <a:r>
              <a:rPr lang="en-VN"/>
              <a:t>Có thể sử dụng </a:t>
            </a:r>
            <a:r>
              <a:rPr lang="en-VN" b="1"/>
              <a:t>cùng 1 tên hàm</a:t>
            </a:r>
            <a:r>
              <a:rPr lang="en-VN"/>
              <a:t> cho các thao tác tương tự</a:t>
            </a:r>
            <a:endParaRPr/>
          </a:p>
        </p:txBody>
      </p:sp>
      <p:sp>
        <p:nvSpPr>
          <p:cNvPr id="368" name="Google Shape;368;p16"/>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69" name="Google Shape;369;p16"/>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4</a:t>
            </a:fld>
            <a:endParaRPr/>
          </a:p>
        </p:txBody>
      </p:sp>
      <p:pic>
        <p:nvPicPr>
          <p:cNvPr id="370" name="Google Shape;370;p16"/>
          <p:cNvPicPr preferRelativeResize="0"/>
          <p:nvPr/>
        </p:nvPicPr>
        <p:blipFill>
          <a:blip r:embed="rId3">
            <a:alphaModFix/>
          </a:blip>
          <a:stretch>
            <a:fillRect/>
          </a:stretch>
        </p:blipFill>
        <p:spPr>
          <a:xfrm>
            <a:off x="5719496" y="209550"/>
            <a:ext cx="5524500" cy="6438900"/>
          </a:xfrm>
          <a:prstGeom prst="rect">
            <a:avLst/>
          </a:prstGeom>
          <a:noFill/>
          <a:ln>
            <a:noFill/>
          </a:ln>
        </p:spPr>
      </p:pic>
      <p:sp>
        <p:nvSpPr>
          <p:cNvPr id="371" name="Google Shape;371;p16"/>
          <p:cNvSpPr/>
          <p:nvPr/>
        </p:nvSpPr>
        <p:spPr>
          <a:xfrm>
            <a:off x="6382787" y="804075"/>
            <a:ext cx="290400" cy="263100"/>
          </a:xfrm>
          <a:prstGeom prst="rect">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72" name="Google Shape;372;p16"/>
          <p:cNvSpPr/>
          <p:nvPr/>
        </p:nvSpPr>
        <p:spPr>
          <a:xfrm>
            <a:off x="6591237" y="1764900"/>
            <a:ext cx="290400" cy="263100"/>
          </a:xfrm>
          <a:prstGeom prst="rect">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73" name="Google Shape;373;p16"/>
          <p:cNvSpPr/>
          <p:nvPr/>
        </p:nvSpPr>
        <p:spPr>
          <a:xfrm>
            <a:off x="6382776" y="2925825"/>
            <a:ext cx="597900" cy="263100"/>
          </a:xfrm>
          <a:prstGeom prst="rect">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74" name="Google Shape;374;p16"/>
          <p:cNvSpPr/>
          <p:nvPr/>
        </p:nvSpPr>
        <p:spPr>
          <a:xfrm>
            <a:off x="6607221" y="3886654"/>
            <a:ext cx="597900" cy="263100"/>
          </a:xfrm>
          <a:prstGeom prst="rect">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7"/>
          <p:cNvSpPr txBox="1">
            <a:spLocks noGrp="1"/>
          </p:cNvSpPr>
          <p:nvPr>
            <p:ph type="title"/>
          </p:nvPr>
        </p:nvSpPr>
        <p:spPr>
          <a:xfrm>
            <a:off x="774146" y="202009"/>
            <a:ext cx="3932100" cy="1698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Phương thức overloading</a:t>
            </a:r>
            <a:endParaRPr/>
          </a:p>
        </p:txBody>
      </p:sp>
      <p:sp>
        <p:nvSpPr>
          <p:cNvPr id="380" name="Google Shape;380;p17"/>
          <p:cNvSpPr txBox="1">
            <a:spLocks noGrp="1"/>
          </p:cNvSpPr>
          <p:nvPr>
            <p:ph type="body" idx="1"/>
          </p:nvPr>
        </p:nvSpPr>
        <p:spPr>
          <a:xfrm>
            <a:off x="774151" y="2113800"/>
            <a:ext cx="4438500" cy="40632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Overloading </a:t>
            </a:r>
            <a:r>
              <a:rPr lang="en-VN" b="1"/>
              <a:t>hợp lệ</a:t>
            </a:r>
            <a:r>
              <a:rPr lang="en-VN"/>
              <a:t> khi:</a:t>
            </a:r>
            <a:endParaRPr/>
          </a:p>
          <a:p>
            <a:pPr marL="914400" lvl="1" indent="-381000" algn="just" rtl="0">
              <a:lnSpc>
                <a:spcPct val="130000"/>
              </a:lnSpc>
              <a:spcBef>
                <a:spcPts val="0"/>
              </a:spcBef>
              <a:spcAft>
                <a:spcPts val="0"/>
              </a:spcAft>
              <a:buSzPts val="2400"/>
              <a:buChar char="-"/>
            </a:pPr>
            <a:r>
              <a:rPr lang="en-VN"/>
              <a:t>Khác số lượng tham số</a:t>
            </a:r>
            <a:endParaRPr/>
          </a:p>
          <a:p>
            <a:pPr marL="914400" lvl="1" indent="-381000" algn="just" rtl="0">
              <a:lnSpc>
                <a:spcPct val="130000"/>
              </a:lnSpc>
              <a:spcBef>
                <a:spcPts val="0"/>
              </a:spcBef>
              <a:spcAft>
                <a:spcPts val="0"/>
              </a:spcAft>
              <a:buSzPts val="2400"/>
              <a:buChar char="-"/>
            </a:pPr>
            <a:r>
              <a:rPr lang="en-VN"/>
              <a:t>Khác kiểu dữ liệu</a:t>
            </a:r>
            <a:endParaRPr/>
          </a:p>
          <a:p>
            <a:pPr marL="914400" lvl="1" indent="-381000" algn="just" rtl="0">
              <a:lnSpc>
                <a:spcPct val="130000"/>
              </a:lnSpc>
              <a:spcBef>
                <a:spcPts val="0"/>
              </a:spcBef>
              <a:spcAft>
                <a:spcPts val="0"/>
              </a:spcAft>
              <a:buSzPts val="2400"/>
              <a:buChar char="-"/>
            </a:pPr>
            <a:r>
              <a:rPr lang="en-VN"/>
              <a:t>Khác thứ tự</a:t>
            </a:r>
            <a:endParaRPr/>
          </a:p>
          <a:p>
            <a:pPr marL="457200" lvl="0" indent="-406400" algn="just" rtl="0">
              <a:lnSpc>
                <a:spcPct val="130000"/>
              </a:lnSpc>
              <a:spcBef>
                <a:spcPts val="0"/>
              </a:spcBef>
              <a:spcAft>
                <a:spcPts val="0"/>
              </a:spcAft>
              <a:buSzPts val="2800"/>
              <a:buChar char="-"/>
            </a:pPr>
            <a:r>
              <a:rPr lang="en-VN"/>
              <a:t>Lưu ý:</a:t>
            </a:r>
            <a:endParaRPr/>
          </a:p>
          <a:p>
            <a:pPr marL="914400" lvl="1" indent="-381000" algn="just" rtl="0">
              <a:lnSpc>
                <a:spcPct val="130000"/>
              </a:lnSpc>
              <a:spcBef>
                <a:spcPts val="0"/>
              </a:spcBef>
              <a:spcAft>
                <a:spcPts val="0"/>
              </a:spcAft>
              <a:buSzPts val="2400"/>
              <a:buChar char="-"/>
            </a:pPr>
            <a:r>
              <a:rPr lang="en-VN"/>
              <a:t>Overloading </a:t>
            </a:r>
            <a:r>
              <a:rPr lang="en-VN" b="1"/>
              <a:t>không phụ thuộc</a:t>
            </a:r>
            <a:r>
              <a:rPr lang="en-VN"/>
              <a:t> vào </a:t>
            </a:r>
            <a:r>
              <a:rPr lang="en-VN" b="1"/>
              <a:t>kiểu dữ liệu trả về (return type)</a:t>
            </a:r>
            <a:endParaRPr b="1"/>
          </a:p>
        </p:txBody>
      </p:sp>
      <p:sp>
        <p:nvSpPr>
          <p:cNvPr id="381" name="Google Shape;381;p17"/>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82" name="Google Shape;382;p17"/>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5</a:t>
            </a:fld>
            <a:endParaRPr/>
          </a:p>
        </p:txBody>
      </p:sp>
      <p:pic>
        <p:nvPicPr>
          <p:cNvPr id="383" name="Google Shape;383;p17"/>
          <p:cNvPicPr preferRelativeResize="0"/>
          <p:nvPr/>
        </p:nvPicPr>
        <p:blipFill>
          <a:blip r:embed="rId3">
            <a:alphaModFix/>
          </a:blip>
          <a:stretch>
            <a:fillRect/>
          </a:stretch>
        </p:blipFill>
        <p:spPr>
          <a:xfrm>
            <a:off x="5719496" y="209550"/>
            <a:ext cx="5524500" cy="6438900"/>
          </a:xfrm>
          <a:prstGeom prst="rect">
            <a:avLst/>
          </a:prstGeom>
          <a:noFill/>
          <a:ln>
            <a:noFill/>
          </a:ln>
        </p:spPr>
      </p:pic>
      <p:sp>
        <p:nvSpPr>
          <p:cNvPr id="384" name="Google Shape;384;p17"/>
          <p:cNvSpPr/>
          <p:nvPr/>
        </p:nvSpPr>
        <p:spPr>
          <a:xfrm>
            <a:off x="6092387" y="815025"/>
            <a:ext cx="290400" cy="263100"/>
          </a:xfrm>
          <a:prstGeom prst="rect">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85" name="Google Shape;385;p17"/>
          <p:cNvSpPr/>
          <p:nvPr/>
        </p:nvSpPr>
        <p:spPr>
          <a:xfrm>
            <a:off x="6092366" y="1775847"/>
            <a:ext cx="514800" cy="263100"/>
          </a:xfrm>
          <a:prstGeom prst="rect">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18"/>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Class và Object</a:t>
            </a:r>
            <a:endParaRPr/>
          </a:p>
        </p:txBody>
      </p:sp>
      <p:sp>
        <p:nvSpPr>
          <p:cNvPr id="391" name="Google Shape;391;p18"/>
          <p:cNvSpPr txBox="1">
            <a:spLocks noGrp="1"/>
          </p:cNvSpPr>
          <p:nvPr>
            <p:ph type="body" idx="1"/>
          </p:nvPr>
        </p:nvSpPr>
        <p:spPr>
          <a:xfrm>
            <a:off x="774150" y="1233825"/>
            <a:ext cx="49311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Class:</a:t>
            </a:r>
            <a:endParaRPr/>
          </a:p>
          <a:p>
            <a:pPr marL="914400" lvl="1" indent="-381000" algn="just" rtl="0">
              <a:lnSpc>
                <a:spcPct val="130000"/>
              </a:lnSpc>
              <a:spcBef>
                <a:spcPts val="0"/>
              </a:spcBef>
              <a:spcAft>
                <a:spcPts val="0"/>
              </a:spcAft>
              <a:buSzPts val="2400"/>
              <a:buChar char="-"/>
            </a:pPr>
            <a:r>
              <a:rPr lang="en-VN" b="1"/>
              <a:t>blueprint</a:t>
            </a:r>
            <a:r>
              <a:rPr lang="en-VN"/>
              <a:t> hoặc </a:t>
            </a:r>
            <a:r>
              <a:rPr lang="en-VN" b="1"/>
              <a:t>template</a:t>
            </a:r>
            <a:r>
              <a:rPr lang="en-VN"/>
              <a:t> tạo object</a:t>
            </a:r>
            <a:endParaRPr/>
          </a:p>
          <a:p>
            <a:pPr marL="914400" lvl="1" indent="-381000" algn="just" rtl="0">
              <a:lnSpc>
                <a:spcPct val="130000"/>
              </a:lnSpc>
              <a:spcBef>
                <a:spcPts val="0"/>
              </a:spcBef>
              <a:spcAft>
                <a:spcPts val="0"/>
              </a:spcAft>
              <a:buSzPts val="2400"/>
              <a:buChar char="-"/>
            </a:pPr>
            <a:r>
              <a:rPr lang="en-VN" b="1"/>
              <a:t>định nghĩa thuộc tính (properties)</a:t>
            </a:r>
            <a:r>
              <a:rPr lang="en-VN"/>
              <a:t> và </a:t>
            </a:r>
            <a:r>
              <a:rPr lang="en-VN" b="1"/>
              <a:t>hành vi (methods)</a:t>
            </a:r>
            <a:r>
              <a:rPr lang="en-VN"/>
              <a:t> mô tả một object</a:t>
            </a:r>
            <a:endParaRPr/>
          </a:p>
          <a:p>
            <a:pPr marL="914400" lvl="1" indent="-381000" algn="just" rtl="0">
              <a:lnSpc>
                <a:spcPct val="130000"/>
              </a:lnSpc>
              <a:spcBef>
                <a:spcPts val="0"/>
              </a:spcBef>
              <a:spcAft>
                <a:spcPts val="0"/>
              </a:spcAft>
              <a:buSzPts val="2400"/>
              <a:buChar char="-"/>
            </a:pPr>
            <a:r>
              <a:rPr lang="en-VN" b="1"/>
              <a:t>không chiếm</a:t>
            </a:r>
            <a:r>
              <a:rPr lang="en-VN"/>
              <a:t> bộ nhớ </a:t>
            </a:r>
            <a:r>
              <a:rPr lang="en-VN" b="1">
                <a:solidFill>
                  <a:srgbClr val="FF0000"/>
                </a:solidFill>
              </a:rPr>
              <a:t>cho</a:t>
            </a:r>
            <a:endParaRPr b="1">
              <a:solidFill>
                <a:srgbClr val="FF0000"/>
              </a:solidFill>
            </a:endParaRPr>
          </a:p>
          <a:p>
            <a:pPr marL="914400" lvl="0" indent="0" algn="just" rtl="0">
              <a:lnSpc>
                <a:spcPct val="130000"/>
              </a:lnSpc>
              <a:spcBef>
                <a:spcPts val="0"/>
              </a:spcBef>
              <a:spcAft>
                <a:spcPts val="0"/>
              </a:spcAft>
              <a:buNone/>
            </a:pPr>
            <a:r>
              <a:rPr lang="en-VN" sz="2400" b="1">
                <a:solidFill>
                  <a:srgbClr val="FF0000"/>
                </a:solidFill>
              </a:rPr>
              <a:t>tới</a:t>
            </a:r>
            <a:r>
              <a:rPr lang="en-VN" sz="2400"/>
              <a:t> khi </a:t>
            </a:r>
            <a:r>
              <a:rPr lang="en-VN" sz="2400" b="1"/>
              <a:t>một object được tạo</a:t>
            </a:r>
            <a:r>
              <a:rPr lang="en-VN" sz="2400"/>
              <a:t> ra</a:t>
            </a:r>
            <a:endParaRPr/>
          </a:p>
        </p:txBody>
      </p:sp>
      <p:sp>
        <p:nvSpPr>
          <p:cNvPr id="392" name="Google Shape;392;p18"/>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93" name="Google Shape;393;p18"/>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6</a:t>
            </a:fld>
            <a:endParaRPr/>
          </a:p>
        </p:txBody>
      </p:sp>
      <p:pic>
        <p:nvPicPr>
          <p:cNvPr id="394" name="Google Shape;394;p18"/>
          <p:cNvPicPr preferRelativeResize="0"/>
          <p:nvPr/>
        </p:nvPicPr>
        <p:blipFill>
          <a:blip r:embed="rId3">
            <a:alphaModFix/>
          </a:blip>
          <a:stretch>
            <a:fillRect/>
          </a:stretch>
        </p:blipFill>
        <p:spPr>
          <a:xfrm>
            <a:off x="6149299" y="1133786"/>
            <a:ext cx="5721454" cy="5143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19"/>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Class và Object</a:t>
            </a:r>
            <a:endParaRPr/>
          </a:p>
        </p:txBody>
      </p:sp>
      <p:sp>
        <p:nvSpPr>
          <p:cNvPr id="400" name="Google Shape;400;p19"/>
          <p:cNvSpPr txBox="1">
            <a:spLocks noGrp="1"/>
          </p:cNvSpPr>
          <p:nvPr>
            <p:ph type="body" idx="1"/>
          </p:nvPr>
        </p:nvSpPr>
        <p:spPr>
          <a:xfrm>
            <a:off x="774151" y="1233825"/>
            <a:ext cx="58422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Object:</a:t>
            </a:r>
            <a:endParaRPr/>
          </a:p>
          <a:p>
            <a:pPr marL="914400" lvl="1" indent="-381000" algn="just" rtl="0">
              <a:lnSpc>
                <a:spcPct val="130000"/>
              </a:lnSpc>
              <a:spcBef>
                <a:spcPts val="0"/>
              </a:spcBef>
              <a:spcAft>
                <a:spcPts val="0"/>
              </a:spcAft>
              <a:buSzPts val="2400"/>
              <a:buChar char="-"/>
            </a:pPr>
            <a:r>
              <a:rPr lang="en-VN"/>
              <a:t>một </a:t>
            </a:r>
            <a:r>
              <a:rPr lang="en-VN" b="1"/>
              <a:t>thực thể</a:t>
            </a:r>
            <a:r>
              <a:rPr lang="en-VN"/>
              <a:t> (instance) </a:t>
            </a:r>
            <a:r>
              <a:rPr lang="en-VN" b="1"/>
              <a:t>cụ thể</a:t>
            </a:r>
            <a:r>
              <a:rPr lang="en-VN"/>
              <a:t> được tạo ra từ class</a:t>
            </a:r>
            <a:endParaRPr/>
          </a:p>
          <a:p>
            <a:pPr marL="914400" lvl="1" indent="-381000" algn="just" rtl="0">
              <a:lnSpc>
                <a:spcPct val="130000"/>
              </a:lnSpc>
              <a:spcBef>
                <a:spcPts val="0"/>
              </a:spcBef>
              <a:spcAft>
                <a:spcPts val="0"/>
              </a:spcAft>
              <a:buSzPts val="2400"/>
              <a:buChar char="-"/>
            </a:pPr>
            <a:r>
              <a:rPr lang="en-VN"/>
              <a:t>mỗi object có </a:t>
            </a:r>
            <a:r>
              <a:rPr lang="en-VN" b="1"/>
              <a:t>giá trị riêng</a:t>
            </a:r>
            <a:r>
              <a:rPr lang="en-VN"/>
              <a:t> cho các thuộc tính mà class định nghĩa</a:t>
            </a:r>
            <a:endParaRPr/>
          </a:p>
          <a:p>
            <a:pPr marL="914400" lvl="1" indent="-381000" algn="just" rtl="0">
              <a:lnSpc>
                <a:spcPct val="130000"/>
              </a:lnSpc>
              <a:spcBef>
                <a:spcPts val="0"/>
              </a:spcBef>
              <a:spcAft>
                <a:spcPts val="0"/>
              </a:spcAft>
              <a:buSzPts val="2400"/>
              <a:buChar char="-"/>
            </a:pPr>
            <a:r>
              <a:rPr lang="en-VN"/>
              <a:t>được tạo trong bộ nhớ bằng keyword </a:t>
            </a:r>
            <a:r>
              <a:rPr lang="en-VN" b="1" i="1">
                <a:solidFill>
                  <a:srgbClr val="FF0000"/>
                </a:solidFill>
              </a:rPr>
              <a:t>new</a:t>
            </a:r>
            <a:endParaRPr b="1" i="1">
              <a:solidFill>
                <a:srgbClr val="FF0000"/>
              </a:solidFill>
            </a:endParaRPr>
          </a:p>
        </p:txBody>
      </p:sp>
      <p:sp>
        <p:nvSpPr>
          <p:cNvPr id="401" name="Google Shape;401;p19"/>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02" name="Google Shape;402;p19"/>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VN"/>
              <a:t>7</a:t>
            </a:fld>
            <a:endParaRPr/>
          </a:p>
        </p:txBody>
      </p:sp>
      <p:pic>
        <p:nvPicPr>
          <p:cNvPr id="403" name="Google Shape;403;p19"/>
          <p:cNvPicPr preferRelativeResize="0"/>
          <p:nvPr/>
        </p:nvPicPr>
        <p:blipFill>
          <a:blip r:embed="rId3">
            <a:alphaModFix/>
          </a:blip>
          <a:stretch>
            <a:fillRect/>
          </a:stretch>
        </p:blipFill>
        <p:spPr>
          <a:xfrm>
            <a:off x="7188830" y="2365228"/>
            <a:ext cx="4392345" cy="2680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20"/>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Class và Object</a:t>
            </a:r>
            <a:endParaRPr/>
          </a:p>
        </p:txBody>
      </p:sp>
      <p:sp>
        <p:nvSpPr>
          <p:cNvPr id="409" name="Google Shape;409;p20"/>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Mối quan hệ giữa class và object:</a:t>
            </a:r>
            <a:endParaRPr/>
          </a:p>
          <a:p>
            <a:pPr marL="914400" lvl="1" indent="-381000" algn="just" rtl="0">
              <a:spcBef>
                <a:spcPts val="0"/>
              </a:spcBef>
              <a:spcAft>
                <a:spcPts val="0"/>
              </a:spcAft>
              <a:buSzPts val="2400"/>
              <a:buChar char="-"/>
            </a:pPr>
            <a:r>
              <a:rPr lang="en-VN"/>
              <a:t>Class là </a:t>
            </a:r>
            <a:r>
              <a:rPr lang="en-VN" b="1"/>
              <a:t>khuôn mẫu</a:t>
            </a:r>
            <a:r>
              <a:rPr lang="en-VN"/>
              <a:t>, object là </a:t>
            </a:r>
            <a:r>
              <a:rPr lang="en-VN" b="1"/>
              <a:t>thực thể</a:t>
            </a:r>
            <a:r>
              <a:rPr lang="en-VN"/>
              <a:t> được tạo ra từ khuôn mẫu đó.</a:t>
            </a:r>
            <a:endParaRPr/>
          </a:p>
          <a:p>
            <a:pPr marL="914400" lvl="1" indent="-381000" algn="just" rtl="0">
              <a:spcBef>
                <a:spcPts val="0"/>
              </a:spcBef>
              <a:spcAft>
                <a:spcPts val="0"/>
              </a:spcAft>
              <a:buSzPts val="2400"/>
              <a:buChar char="-"/>
            </a:pPr>
            <a:r>
              <a:rPr lang="en-VN"/>
              <a:t>Một class có thể tạo ra </a:t>
            </a:r>
            <a:r>
              <a:rPr lang="en-VN" b="1"/>
              <a:t>nhiều object</a:t>
            </a:r>
            <a:r>
              <a:rPr lang="en-VN"/>
              <a:t>, nhưng </a:t>
            </a:r>
            <a:r>
              <a:rPr lang="en-VN" b="1"/>
              <a:t>mỗi object thuộc về một class cụ thể</a:t>
            </a:r>
            <a:r>
              <a:rPr lang="en-VN"/>
              <a:t>.</a:t>
            </a:r>
            <a:endParaRPr/>
          </a:p>
          <a:p>
            <a:pPr marL="914400" lvl="1" indent="-381000" algn="just" rtl="0">
              <a:spcBef>
                <a:spcPts val="0"/>
              </a:spcBef>
              <a:spcAft>
                <a:spcPts val="0"/>
              </a:spcAft>
              <a:buSzPts val="2400"/>
              <a:buChar char="-"/>
            </a:pPr>
            <a:r>
              <a:rPr lang="en-VN"/>
              <a:t>Class </a:t>
            </a:r>
            <a:r>
              <a:rPr lang="en-VN" b="1"/>
              <a:t>định nghĩa cấu trúc và hành vi</a:t>
            </a:r>
            <a:r>
              <a:rPr lang="en-VN"/>
              <a:t>, còn object </a:t>
            </a:r>
            <a:r>
              <a:rPr lang="en-VN" b="1"/>
              <a:t>giữ dữ liệu cụ thể</a:t>
            </a:r>
            <a:r>
              <a:rPr lang="en-VN"/>
              <a:t> và </a:t>
            </a:r>
            <a:r>
              <a:rPr lang="en-VN" b="1"/>
              <a:t>thực hiện hành động</a:t>
            </a:r>
            <a:r>
              <a:rPr lang="en-VN"/>
              <a:t>.</a:t>
            </a:r>
            <a:endParaRPr/>
          </a:p>
          <a:p>
            <a:pPr marL="914400" lvl="1" indent="-381000" algn="just" rtl="0">
              <a:spcBef>
                <a:spcPts val="0"/>
              </a:spcBef>
              <a:spcAft>
                <a:spcPts val="0"/>
              </a:spcAft>
              <a:buSzPts val="2400"/>
              <a:buChar char="-"/>
            </a:pPr>
            <a:r>
              <a:rPr lang="en-VN"/>
              <a:t>Class tự nó không chiếm bộ nhớ, nhưng object thì có, ngay khi nó được tạo ra.</a:t>
            </a:r>
            <a:endParaRPr/>
          </a:p>
        </p:txBody>
      </p:sp>
      <p:sp>
        <p:nvSpPr>
          <p:cNvPr id="410" name="Google Shape;410;p20"/>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11" name="Google Shape;411;p20"/>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V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1"/>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Class và Object</a:t>
            </a:r>
            <a:endParaRPr/>
          </a:p>
        </p:txBody>
      </p:sp>
      <p:sp>
        <p:nvSpPr>
          <p:cNvPr id="417" name="Google Shape;417;p21"/>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solidFill>
                  <a:srgbClr val="000000"/>
                </a:solidFill>
              </a:rPr>
              <a:t>Từ một class Dog, ta có thể tạo nhiều object như dog1, dog2</a:t>
            </a:r>
            <a:endParaRPr/>
          </a:p>
        </p:txBody>
      </p:sp>
      <p:sp>
        <p:nvSpPr>
          <p:cNvPr id="418" name="Google Shape;418;p21"/>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19" name="Google Shape;419;p21"/>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9</a:t>
            </a:fld>
            <a:endParaRPr/>
          </a:p>
        </p:txBody>
      </p:sp>
      <p:pic>
        <p:nvPicPr>
          <p:cNvPr id="420" name="Google Shape;420;p21"/>
          <p:cNvPicPr preferRelativeResize="0"/>
          <p:nvPr/>
        </p:nvPicPr>
        <p:blipFill>
          <a:blip r:embed="rId3">
            <a:alphaModFix/>
          </a:blip>
          <a:stretch>
            <a:fillRect/>
          </a:stretch>
        </p:blipFill>
        <p:spPr>
          <a:xfrm>
            <a:off x="596425" y="2060262"/>
            <a:ext cx="5385874" cy="3818550"/>
          </a:xfrm>
          <a:prstGeom prst="rect">
            <a:avLst/>
          </a:prstGeom>
          <a:noFill/>
          <a:ln>
            <a:noFill/>
          </a:ln>
        </p:spPr>
      </p:pic>
      <p:pic>
        <p:nvPicPr>
          <p:cNvPr id="421" name="Google Shape;421;p21"/>
          <p:cNvPicPr preferRelativeResize="0"/>
          <p:nvPr/>
        </p:nvPicPr>
        <p:blipFill>
          <a:blip r:embed="rId4">
            <a:alphaModFix/>
          </a:blip>
          <a:stretch>
            <a:fillRect/>
          </a:stretch>
        </p:blipFill>
        <p:spPr>
          <a:xfrm>
            <a:off x="6130158" y="2540825"/>
            <a:ext cx="5871101" cy="2857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2"/>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Thuộc tính trong Class</a:t>
            </a:r>
            <a:endParaRPr/>
          </a:p>
        </p:txBody>
      </p:sp>
      <p:sp>
        <p:nvSpPr>
          <p:cNvPr id="427" name="Google Shape;427;p22"/>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Class có thể chứa </a:t>
            </a:r>
            <a:r>
              <a:rPr lang="en-VN" b="1"/>
              <a:t>thuộc tính</a:t>
            </a:r>
            <a:r>
              <a:rPr lang="en-VN"/>
              <a:t> (properties) mô tả </a:t>
            </a:r>
            <a:r>
              <a:rPr lang="en-VN" b="1"/>
              <a:t>đặc điểm của object</a:t>
            </a:r>
            <a:endParaRPr b="1"/>
          </a:p>
          <a:p>
            <a:pPr marL="457200" lvl="0" indent="0" algn="just" rtl="0">
              <a:lnSpc>
                <a:spcPct val="130000"/>
              </a:lnSpc>
              <a:spcBef>
                <a:spcPts val="0"/>
              </a:spcBef>
              <a:spcAft>
                <a:spcPts val="0"/>
              </a:spcAft>
              <a:buNone/>
            </a:pPr>
            <a:r>
              <a:rPr lang="en-VN"/>
              <a:t>⇒ Properties được khai báo trong class và đại diện cho</a:t>
            </a:r>
            <a:r>
              <a:rPr lang="en-VN" b="1"/>
              <a:t> state của object</a:t>
            </a:r>
            <a:endParaRPr b="1"/>
          </a:p>
        </p:txBody>
      </p:sp>
      <p:sp>
        <p:nvSpPr>
          <p:cNvPr id="428" name="Google Shape;428;p22"/>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29" name="Google Shape;429;p22"/>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3"/>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Thuộc tính trong Class</a:t>
            </a:r>
            <a:endParaRPr/>
          </a:p>
        </p:txBody>
      </p:sp>
      <p:sp>
        <p:nvSpPr>
          <p:cNvPr id="435" name="Google Shape;435;p23"/>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lnSpcReduction="10000"/>
          </a:bodyPr>
          <a:lstStyle/>
          <a:p>
            <a:pPr marL="457200" lvl="0" indent="-406400" algn="just" rtl="0">
              <a:lnSpc>
                <a:spcPct val="130000"/>
              </a:lnSpc>
              <a:spcBef>
                <a:spcPts val="0"/>
              </a:spcBef>
              <a:spcAft>
                <a:spcPts val="0"/>
              </a:spcAft>
              <a:buSzPts val="2800"/>
              <a:buChar char="-"/>
            </a:pPr>
            <a:r>
              <a:rPr lang="en-VN"/>
              <a:t>Ví dụ:</a:t>
            </a: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r>
              <a:rPr lang="en-VN"/>
              <a:t>⇒ Từng object của class Student sẽ có giá trị riêng cho thuộc tính “name” và “age”</a:t>
            </a:r>
            <a:endParaRPr/>
          </a:p>
        </p:txBody>
      </p:sp>
      <p:sp>
        <p:nvSpPr>
          <p:cNvPr id="436" name="Google Shape;436;p23"/>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37" name="Google Shape;437;p23"/>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11</a:t>
            </a:fld>
            <a:endParaRPr/>
          </a:p>
        </p:txBody>
      </p:sp>
      <p:pic>
        <p:nvPicPr>
          <p:cNvPr id="438" name="Google Shape;438;p23"/>
          <p:cNvPicPr preferRelativeResize="0"/>
          <p:nvPr/>
        </p:nvPicPr>
        <p:blipFill>
          <a:blip r:embed="rId3">
            <a:alphaModFix/>
          </a:blip>
          <a:stretch>
            <a:fillRect/>
          </a:stretch>
        </p:blipFill>
        <p:spPr>
          <a:xfrm>
            <a:off x="3948100" y="1651947"/>
            <a:ext cx="4295775" cy="2905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4"/>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Thuộc tính trong Class</a:t>
            </a:r>
            <a:endParaRPr/>
          </a:p>
        </p:txBody>
      </p:sp>
      <p:sp>
        <p:nvSpPr>
          <p:cNvPr id="444" name="Google Shape;444;p24"/>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Ví dụ:</a:t>
            </a: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endParaRPr/>
          </a:p>
          <a:p>
            <a:pPr marL="0" lvl="0" indent="0" algn="just" rtl="0">
              <a:lnSpc>
                <a:spcPct val="130000"/>
              </a:lnSpc>
              <a:spcBef>
                <a:spcPts val="0"/>
              </a:spcBef>
              <a:spcAft>
                <a:spcPts val="0"/>
              </a:spcAft>
              <a:buNone/>
            </a:pPr>
            <a:endParaRPr/>
          </a:p>
        </p:txBody>
      </p:sp>
      <p:sp>
        <p:nvSpPr>
          <p:cNvPr id="445" name="Google Shape;445;p24"/>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46" name="Google Shape;446;p24"/>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12</a:t>
            </a:fld>
            <a:endParaRPr/>
          </a:p>
        </p:txBody>
      </p:sp>
      <p:pic>
        <p:nvPicPr>
          <p:cNvPr id="447" name="Google Shape;447;p24"/>
          <p:cNvPicPr preferRelativeResize="0"/>
          <p:nvPr/>
        </p:nvPicPr>
        <p:blipFill>
          <a:blip r:embed="rId3">
            <a:alphaModFix/>
          </a:blip>
          <a:stretch>
            <a:fillRect/>
          </a:stretch>
        </p:blipFill>
        <p:spPr>
          <a:xfrm>
            <a:off x="782213" y="1819414"/>
            <a:ext cx="4295775" cy="2905125"/>
          </a:xfrm>
          <a:prstGeom prst="rect">
            <a:avLst/>
          </a:prstGeom>
          <a:noFill/>
          <a:ln>
            <a:noFill/>
          </a:ln>
        </p:spPr>
      </p:pic>
      <p:pic>
        <p:nvPicPr>
          <p:cNvPr id="448" name="Google Shape;448;p24"/>
          <p:cNvPicPr preferRelativeResize="0"/>
          <p:nvPr/>
        </p:nvPicPr>
        <p:blipFill>
          <a:blip r:embed="rId4">
            <a:alphaModFix/>
          </a:blip>
          <a:stretch>
            <a:fillRect/>
          </a:stretch>
        </p:blipFill>
        <p:spPr>
          <a:xfrm>
            <a:off x="5357225" y="1371742"/>
            <a:ext cx="6438900" cy="3800475"/>
          </a:xfrm>
          <a:prstGeom prst="rect">
            <a:avLst/>
          </a:prstGeom>
          <a:noFill/>
          <a:ln>
            <a:noFill/>
          </a:ln>
        </p:spPr>
      </p:pic>
      <p:sp>
        <p:nvSpPr>
          <p:cNvPr id="449" name="Google Shape;449;p24"/>
          <p:cNvSpPr txBox="1"/>
          <p:nvPr/>
        </p:nvSpPr>
        <p:spPr>
          <a:xfrm>
            <a:off x="964125" y="5434711"/>
            <a:ext cx="10749600" cy="63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VN" sz="2800">
                <a:solidFill>
                  <a:schemeClr val="dk1"/>
                </a:solidFill>
                <a:latin typeface="Calibri"/>
                <a:ea typeface="Calibri"/>
                <a:cs typeface="Calibri"/>
                <a:sym typeface="Calibri"/>
              </a:rPr>
              <a:t>⇒ student1 và student2 cùng có hai properties nhưng giá trị của chúng khác nhau</a:t>
            </a:r>
            <a:endParaRPr sz="2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25"/>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Thuộc tính trong Class</a:t>
            </a:r>
            <a:endParaRPr/>
          </a:p>
        </p:txBody>
      </p:sp>
      <p:sp>
        <p:nvSpPr>
          <p:cNvPr id="455" name="Google Shape;455;p25"/>
          <p:cNvSpPr txBox="1">
            <a:spLocks noGrp="1"/>
          </p:cNvSpPr>
          <p:nvPr>
            <p:ph type="body" idx="1"/>
          </p:nvPr>
        </p:nvSpPr>
        <p:spPr>
          <a:xfrm>
            <a:off x="774150" y="1233825"/>
            <a:ext cx="60306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Phân biệt properties và local variables (biến cục bộ):</a:t>
            </a:r>
            <a:endParaRPr/>
          </a:p>
          <a:p>
            <a:pPr marL="1371600" lvl="1" indent="-381000" algn="just" rtl="0">
              <a:lnSpc>
                <a:spcPct val="130000"/>
              </a:lnSpc>
              <a:spcBef>
                <a:spcPts val="0"/>
              </a:spcBef>
              <a:spcAft>
                <a:spcPts val="0"/>
              </a:spcAft>
              <a:buSzPts val="2400"/>
              <a:buChar char="-"/>
            </a:pPr>
            <a:r>
              <a:rPr lang="en-VN"/>
              <a:t>Properties là biến </a:t>
            </a:r>
            <a:r>
              <a:rPr lang="en-VN" b="1"/>
              <a:t>khai báo trong class, gắn với object</a:t>
            </a:r>
            <a:endParaRPr b="1"/>
          </a:p>
          <a:p>
            <a:pPr marL="1371600" lvl="1" indent="-381000" algn="just" rtl="0">
              <a:lnSpc>
                <a:spcPct val="130000"/>
              </a:lnSpc>
              <a:spcBef>
                <a:spcPts val="0"/>
              </a:spcBef>
              <a:spcAft>
                <a:spcPts val="0"/>
              </a:spcAft>
              <a:buSzPts val="2400"/>
              <a:buChar char="-"/>
            </a:pPr>
            <a:r>
              <a:rPr lang="en-VN"/>
              <a:t>Biến cục bộ là biến nằm </a:t>
            </a:r>
            <a:r>
              <a:rPr lang="en-VN" b="1"/>
              <a:t>trong method</a:t>
            </a:r>
            <a:r>
              <a:rPr lang="en-VN"/>
              <a:t> hoặc </a:t>
            </a:r>
            <a:r>
              <a:rPr lang="en-VN" b="1"/>
              <a:t>constructor</a:t>
            </a:r>
            <a:r>
              <a:rPr lang="en-VN"/>
              <a:t>, </a:t>
            </a:r>
            <a:r>
              <a:rPr lang="en-VN" b="1"/>
              <a:t>chỉ tồn tại khi method đó chạy</a:t>
            </a:r>
            <a:endParaRPr b="1"/>
          </a:p>
        </p:txBody>
      </p:sp>
      <p:sp>
        <p:nvSpPr>
          <p:cNvPr id="456" name="Google Shape;456;p25"/>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57" name="Google Shape;457;p25"/>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13</a:t>
            </a:fld>
            <a:endParaRPr/>
          </a:p>
        </p:txBody>
      </p:sp>
      <p:pic>
        <p:nvPicPr>
          <p:cNvPr id="458" name="Google Shape;458;p25"/>
          <p:cNvPicPr preferRelativeResize="0"/>
          <p:nvPr/>
        </p:nvPicPr>
        <p:blipFill>
          <a:blip r:embed="rId3">
            <a:alphaModFix/>
          </a:blip>
          <a:stretch>
            <a:fillRect/>
          </a:stretch>
        </p:blipFill>
        <p:spPr>
          <a:xfrm>
            <a:off x="6921950" y="571600"/>
            <a:ext cx="4770525" cy="57147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6"/>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keyword </a:t>
            </a:r>
            <a:r>
              <a:rPr lang="en-VN" i="1"/>
              <a:t>this</a:t>
            </a:r>
            <a:r>
              <a:rPr lang="en-VN"/>
              <a:t> </a:t>
            </a:r>
            <a:endParaRPr/>
          </a:p>
        </p:txBody>
      </p:sp>
      <p:sp>
        <p:nvSpPr>
          <p:cNvPr id="464" name="Google Shape;464;p26"/>
          <p:cNvSpPr txBox="1">
            <a:spLocks noGrp="1"/>
          </p:cNvSpPr>
          <p:nvPr>
            <p:ph type="body" idx="1"/>
          </p:nvPr>
        </p:nvSpPr>
        <p:spPr>
          <a:xfrm>
            <a:off x="774150" y="1233825"/>
            <a:ext cx="6030600" cy="4943100"/>
          </a:xfrm>
          <a:prstGeom prst="rect">
            <a:avLst/>
          </a:prstGeom>
          <a:noFill/>
          <a:ln>
            <a:noFill/>
          </a:ln>
        </p:spPr>
        <p:txBody>
          <a:bodyPr spcFirstLastPara="1" wrap="square" lIns="91425" tIns="45700" rIns="91425" bIns="45700" anchor="t" anchorCtr="0">
            <a:normAutofit fontScale="92500"/>
          </a:bodyPr>
          <a:lstStyle/>
          <a:p>
            <a:pPr marL="457200" lvl="0" indent="-393065" algn="just" rtl="0">
              <a:lnSpc>
                <a:spcPct val="130000"/>
              </a:lnSpc>
              <a:spcBef>
                <a:spcPts val="0"/>
              </a:spcBef>
              <a:spcAft>
                <a:spcPts val="0"/>
              </a:spcAft>
              <a:buSzPct val="100000"/>
              <a:buChar char="-"/>
            </a:pPr>
            <a:r>
              <a:rPr lang="en-VN"/>
              <a:t>Từ khóa được dùng để </a:t>
            </a:r>
            <a:r>
              <a:rPr lang="en-VN" b="1"/>
              <a:t>tham chiếu tới instance hiện tại</a:t>
            </a:r>
            <a:r>
              <a:rPr lang="en-VN"/>
              <a:t> của class</a:t>
            </a:r>
            <a:endParaRPr/>
          </a:p>
          <a:p>
            <a:pPr marL="457200" lvl="0" indent="-393065" algn="just" rtl="0">
              <a:lnSpc>
                <a:spcPct val="130000"/>
              </a:lnSpc>
              <a:spcBef>
                <a:spcPts val="0"/>
              </a:spcBef>
              <a:spcAft>
                <a:spcPts val="0"/>
              </a:spcAft>
              <a:buSzPct val="100000"/>
              <a:buChar char="-"/>
            </a:pPr>
            <a:r>
              <a:rPr lang="en-VN"/>
              <a:t>3 công dụng chính:</a:t>
            </a:r>
            <a:endParaRPr/>
          </a:p>
          <a:p>
            <a:pPr marL="914400" lvl="0" indent="-393065" algn="just" rtl="0">
              <a:lnSpc>
                <a:spcPct val="130000"/>
              </a:lnSpc>
              <a:spcBef>
                <a:spcPts val="0"/>
              </a:spcBef>
              <a:spcAft>
                <a:spcPts val="0"/>
              </a:spcAft>
              <a:buSzPct val="100000"/>
              <a:buAutoNum type="arabicPeriod"/>
            </a:pPr>
            <a:r>
              <a:rPr lang="en-VN" b="1"/>
              <a:t>phân biệt giữa instance variables và local variables khi chúng trùng tên</a:t>
            </a:r>
            <a:endParaRPr b="1"/>
          </a:p>
          <a:p>
            <a:pPr marL="914400" lvl="0" indent="-393065" algn="just" rtl="0">
              <a:lnSpc>
                <a:spcPct val="130000"/>
              </a:lnSpc>
              <a:spcBef>
                <a:spcPts val="0"/>
              </a:spcBef>
              <a:spcAft>
                <a:spcPts val="0"/>
              </a:spcAft>
              <a:buSzPct val="100000"/>
              <a:buAutoNum type="arabicPeriod"/>
            </a:pPr>
            <a:r>
              <a:rPr lang="en-VN"/>
              <a:t>gọi một constructor khác trong cùng class bằng this()</a:t>
            </a:r>
            <a:endParaRPr/>
          </a:p>
          <a:p>
            <a:pPr marL="914400" lvl="0" indent="-393065" algn="just" rtl="0">
              <a:lnSpc>
                <a:spcPct val="130000"/>
              </a:lnSpc>
              <a:spcBef>
                <a:spcPts val="0"/>
              </a:spcBef>
              <a:spcAft>
                <a:spcPts val="0"/>
              </a:spcAft>
              <a:buSzPct val="100000"/>
              <a:buAutoNum type="arabicPeriod"/>
            </a:pPr>
            <a:r>
              <a:rPr lang="en-VN"/>
              <a:t>trả về instance hiện tại của class</a:t>
            </a:r>
            <a:endParaRPr/>
          </a:p>
        </p:txBody>
      </p:sp>
      <p:sp>
        <p:nvSpPr>
          <p:cNvPr id="465" name="Google Shape;465;p26"/>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66" name="Google Shape;466;p26"/>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14</a:t>
            </a:fld>
            <a:endParaRPr/>
          </a:p>
        </p:txBody>
      </p:sp>
      <p:pic>
        <p:nvPicPr>
          <p:cNvPr id="467" name="Google Shape;467;p26"/>
          <p:cNvPicPr preferRelativeResize="0"/>
          <p:nvPr/>
        </p:nvPicPr>
        <p:blipFill>
          <a:blip r:embed="rId3">
            <a:alphaModFix/>
          </a:blip>
          <a:stretch>
            <a:fillRect/>
          </a:stretch>
        </p:blipFill>
        <p:spPr>
          <a:xfrm>
            <a:off x="6921950" y="571600"/>
            <a:ext cx="4770525" cy="5714776"/>
          </a:xfrm>
          <a:prstGeom prst="rect">
            <a:avLst/>
          </a:prstGeom>
          <a:noFill/>
          <a:ln>
            <a:noFill/>
          </a:ln>
        </p:spPr>
      </p:pic>
      <p:sp>
        <p:nvSpPr>
          <p:cNvPr id="468" name="Google Shape;468;p26"/>
          <p:cNvSpPr/>
          <p:nvPr/>
        </p:nvSpPr>
        <p:spPr>
          <a:xfrm>
            <a:off x="7788625" y="2753792"/>
            <a:ext cx="429300" cy="263100"/>
          </a:xfrm>
          <a:prstGeom prst="roundRect">
            <a:avLst>
              <a:gd name="adj" fmla="val 16667"/>
            </a:avLst>
          </a:prstGeom>
          <a:noFill/>
          <a:ln w="1905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27"/>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Phương thức trong Class</a:t>
            </a:r>
            <a:endParaRPr/>
          </a:p>
        </p:txBody>
      </p:sp>
      <p:sp>
        <p:nvSpPr>
          <p:cNvPr id="474" name="Google Shape;474;p27"/>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Phương thức (methods) </a:t>
            </a:r>
            <a:r>
              <a:rPr lang="en-VN" b="1"/>
              <a:t>định nghĩa các hành động</a:t>
            </a:r>
            <a:r>
              <a:rPr lang="en-VN"/>
              <a:t> mà object có thể thực hiện</a:t>
            </a:r>
            <a:endParaRPr/>
          </a:p>
          <a:p>
            <a:pPr marL="457200" lvl="0" indent="-406400" algn="just" rtl="0">
              <a:lnSpc>
                <a:spcPct val="130000"/>
              </a:lnSpc>
              <a:spcBef>
                <a:spcPts val="0"/>
              </a:spcBef>
              <a:spcAft>
                <a:spcPts val="0"/>
              </a:spcAft>
              <a:buSzPts val="2800"/>
              <a:buChar char="-"/>
            </a:pPr>
            <a:r>
              <a:rPr lang="en-VN"/>
              <a:t>Cấu trúc của một method:</a:t>
            </a:r>
            <a:endParaRPr/>
          </a:p>
          <a:p>
            <a:pPr marL="914400" lvl="1" indent="-381000" algn="just" rtl="0">
              <a:lnSpc>
                <a:spcPct val="130000"/>
              </a:lnSpc>
              <a:spcBef>
                <a:spcPts val="0"/>
              </a:spcBef>
              <a:spcAft>
                <a:spcPts val="0"/>
              </a:spcAft>
              <a:buSzPts val="2400"/>
              <a:buChar char="-"/>
            </a:pPr>
            <a:r>
              <a:rPr lang="en-VN"/>
              <a:t>Kiểu trả về</a:t>
            </a:r>
            <a:endParaRPr/>
          </a:p>
          <a:p>
            <a:pPr marL="914400" lvl="1" indent="-381000" algn="just" rtl="0">
              <a:lnSpc>
                <a:spcPct val="130000"/>
              </a:lnSpc>
              <a:spcBef>
                <a:spcPts val="0"/>
              </a:spcBef>
              <a:spcAft>
                <a:spcPts val="0"/>
              </a:spcAft>
              <a:buSzPts val="2400"/>
              <a:buChar char="-"/>
            </a:pPr>
            <a:r>
              <a:rPr lang="en-VN"/>
              <a:t>Tên method</a:t>
            </a:r>
            <a:endParaRPr/>
          </a:p>
          <a:p>
            <a:pPr marL="914400" lvl="1" indent="-381000" algn="just" rtl="0">
              <a:lnSpc>
                <a:spcPct val="130000"/>
              </a:lnSpc>
              <a:spcBef>
                <a:spcPts val="0"/>
              </a:spcBef>
              <a:spcAft>
                <a:spcPts val="0"/>
              </a:spcAft>
              <a:buSzPts val="2400"/>
              <a:buChar char="-"/>
            </a:pPr>
            <a:r>
              <a:rPr lang="en-VN"/>
              <a:t>Danh sách tham số</a:t>
            </a:r>
            <a:endParaRPr/>
          </a:p>
          <a:p>
            <a:pPr marL="914400" lvl="1" indent="-381000" algn="just" rtl="0">
              <a:lnSpc>
                <a:spcPct val="130000"/>
              </a:lnSpc>
              <a:spcBef>
                <a:spcPts val="0"/>
              </a:spcBef>
              <a:spcAft>
                <a:spcPts val="0"/>
              </a:spcAft>
              <a:buSzPts val="2400"/>
              <a:buChar char="-"/>
            </a:pPr>
            <a:r>
              <a:rPr lang="en-VN"/>
              <a:t>Các câu lệnh thực thi </a:t>
            </a:r>
            <a:endParaRPr/>
          </a:p>
        </p:txBody>
      </p:sp>
      <p:sp>
        <p:nvSpPr>
          <p:cNvPr id="475" name="Google Shape;475;p27"/>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76" name="Google Shape;476;p27"/>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15</a:t>
            </a:fld>
            <a:endParaRPr/>
          </a:p>
        </p:txBody>
      </p:sp>
      <p:pic>
        <p:nvPicPr>
          <p:cNvPr id="477" name="Google Shape;477;p27"/>
          <p:cNvPicPr preferRelativeResize="0"/>
          <p:nvPr/>
        </p:nvPicPr>
        <p:blipFill>
          <a:blip r:embed="rId3">
            <a:alphaModFix/>
          </a:blip>
          <a:stretch>
            <a:fillRect/>
          </a:stretch>
        </p:blipFill>
        <p:spPr>
          <a:xfrm>
            <a:off x="5894100" y="2906550"/>
            <a:ext cx="5357350" cy="2623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28"/>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Phương thức trong Class</a:t>
            </a:r>
            <a:endParaRPr/>
          </a:p>
        </p:txBody>
      </p:sp>
      <p:sp>
        <p:nvSpPr>
          <p:cNvPr id="483" name="Google Shape;483;p28"/>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Cách gọi phương thức:</a:t>
            </a:r>
            <a:endParaRPr/>
          </a:p>
          <a:p>
            <a:pPr marL="914400" lvl="1" indent="-381000" algn="just" rtl="0">
              <a:lnSpc>
                <a:spcPct val="130000"/>
              </a:lnSpc>
              <a:spcBef>
                <a:spcPts val="0"/>
              </a:spcBef>
              <a:spcAft>
                <a:spcPts val="0"/>
              </a:spcAft>
              <a:buSzPts val="2400"/>
              <a:buChar char="-"/>
            </a:pPr>
            <a:r>
              <a:rPr lang="en-VN"/>
              <a:t>Tạo đối tượng trong class</a:t>
            </a:r>
            <a:endParaRPr/>
          </a:p>
          <a:p>
            <a:pPr marL="914400" lvl="1" indent="-381000" algn="just" rtl="0">
              <a:lnSpc>
                <a:spcPct val="130000"/>
              </a:lnSpc>
              <a:spcBef>
                <a:spcPts val="0"/>
              </a:spcBef>
              <a:spcAft>
                <a:spcPts val="0"/>
              </a:spcAft>
              <a:buSzPts val="2400"/>
              <a:buChar char="-"/>
            </a:pPr>
            <a:r>
              <a:rPr lang="en-VN"/>
              <a:t>Gọi phương thức thông qua đối tượng đó bằng cú pháp </a:t>
            </a:r>
            <a:endParaRPr/>
          </a:p>
          <a:p>
            <a:pPr marL="914400" lvl="0" indent="0" algn="ctr" rtl="0">
              <a:lnSpc>
                <a:spcPct val="130000"/>
              </a:lnSpc>
              <a:spcBef>
                <a:spcPts val="0"/>
              </a:spcBef>
              <a:spcAft>
                <a:spcPts val="0"/>
              </a:spcAft>
              <a:buNone/>
            </a:pPr>
            <a:r>
              <a:rPr lang="en-VN"/>
              <a:t>“</a:t>
            </a:r>
            <a:r>
              <a:rPr lang="en-VN" b="1"/>
              <a:t>object_name.</a:t>
            </a:r>
            <a:r>
              <a:rPr lang="en-VN" b="1">
                <a:solidFill>
                  <a:srgbClr val="FF0000"/>
                </a:solidFill>
              </a:rPr>
              <a:t>method_name(</a:t>
            </a:r>
            <a:r>
              <a:rPr lang="en-VN" b="1"/>
              <a:t>variables_list</a:t>
            </a:r>
            <a:r>
              <a:rPr lang="en-VN" b="1">
                <a:solidFill>
                  <a:srgbClr val="FF0000"/>
                </a:solidFill>
              </a:rPr>
              <a:t>)</a:t>
            </a:r>
            <a:r>
              <a:rPr lang="en-VN"/>
              <a:t>”</a:t>
            </a:r>
            <a:endParaRPr/>
          </a:p>
          <a:p>
            <a:pPr marL="914400" lvl="0" indent="0" algn="ctr" rtl="0">
              <a:lnSpc>
                <a:spcPct val="130000"/>
              </a:lnSpc>
              <a:spcBef>
                <a:spcPts val="0"/>
              </a:spcBef>
              <a:spcAft>
                <a:spcPts val="0"/>
              </a:spcAft>
              <a:buNone/>
            </a:pPr>
            <a:endParaRPr/>
          </a:p>
        </p:txBody>
      </p:sp>
      <p:sp>
        <p:nvSpPr>
          <p:cNvPr id="484" name="Google Shape;484;p28"/>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85" name="Google Shape;485;p28"/>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16</a:t>
            </a:fld>
            <a:endParaRPr/>
          </a:p>
        </p:txBody>
      </p:sp>
      <p:pic>
        <p:nvPicPr>
          <p:cNvPr id="486" name="Google Shape;486;p28"/>
          <p:cNvPicPr preferRelativeResize="0"/>
          <p:nvPr/>
        </p:nvPicPr>
        <p:blipFill>
          <a:blip r:embed="rId3">
            <a:alphaModFix/>
          </a:blip>
          <a:stretch>
            <a:fillRect/>
          </a:stretch>
        </p:blipFill>
        <p:spPr>
          <a:xfrm>
            <a:off x="3346663" y="3324338"/>
            <a:ext cx="6315075" cy="2695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29"/>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Hàm tạo (constructor)</a:t>
            </a:r>
            <a:endParaRPr/>
          </a:p>
        </p:txBody>
      </p:sp>
      <p:sp>
        <p:nvSpPr>
          <p:cNvPr id="492" name="Google Shape;492;p29"/>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Constructor là một </a:t>
            </a:r>
            <a:r>
              <a:rPr lang="en-VN" b="1"/>
              <a:t>phương thức</a:t>
            </a:r>
            <a:r>
              <a:rPr lang="en-VN"/>
              <a:t> đặc biệt trong class được </a:t>
            </a:r>
            <a:r>
              <a:rPr lang="en-VN" b="1"/>
              <a:t>gọi để khởi tạo object</a:t>
            </a:r>
            <a:r>
              <a:rPr lang="en-VN"/>
              <a:t> </a:t>
            </a:r>
            <a:endParaRPr/>
          </a:p>
          <a:p>
            <a:pPr marL="457200" lvl="0" indent="-406400" algn="just" rtl="0">
              <a:lnSpc>
                <a:spcPct val="130000"/>
              </a:lnSpc>
              <a:spcBef>
                <a:spcPts val="0"/>
              </a:spcBef>
              <a:spcAft>
                <a:spcPts val="0"/>
              </a:spcAft>
              <a:buSzPts val="2800"/>
              <a:buChar char="-"/>
            </a:pPr>
            <a:r>
              <a:rPr lang="en-VN"/>
              <a:t>Đặc điểm của một constructor:</a:t>
            </a:r>
            <a:endParaRPr/>
          </a:p>
          <a:p>
            <a:pPr marL="914400" lvl="1" indent="-381000" algn="just" rtl="0">
              <a:lnSpc>
                <a:spcPct val="130000"/>
              </a:lnSpc>
              <a:spcBef>
                <a:spcPts val="0"/>
              </a:spcBef>
              <a:spcAft>
                <a:spcPts val="0"/>
              </a:spcAft>
              <a:buSzPts val="2400"/>
              <a:buChar char="-"/>
            </a:pPr>
            <a:r>
              <a:rPr lang="en-VN" b="1"/>
              <a:t>Cùng tên</a:t>
            </a:r>
            <a:r>
              <a:rPr lang="en-VN"/>
              <a:t> với class</a:t>
            </a:r>
            <a:endParaRPr/>
          </a:p>
          <a:p>
            <a:pPr marL="914400" lvl="1" indent="-381000" algn="just" rtl="0">
              <a:lnSpc>
                <a:spcPct val="130000"/>
              </a:lnSpc>
              <a:spcBef>
                <a:spcPts val="0"/>
              </a:spcBef>
              <a:spcAft>
                <a:spcPts val="0"/>
              </a:spcAft>
              <a:buSzPts val="2400"/>
              <a:buChar char="-"/>
            </a:pPr>
            <a:r>
              <a:rPr lang="en-VN" b="1"/>
              <a:t>Không có kiểu dữ liệu trả về</a:t>
            </a:r>
            <a:r>
              <a:rPr lang="en-VN"/>
              <a:t>, kể cả kiểu void</a:t>
            </a:r>
            <a:endParaRPr/>
          </a:p>
          <a:p>
            <a:pPr marL="914400" lvl="1" indent="-381000" algn="just" rtl="0">
              <a:lnSpc>
                <a:spcPct val="130000"/>
              </a:lnSpc>
              <a:spcBef>
                <a:spcPts val="0"/>
              </a:spcBef>
              <a:spcAft>
                <a:spcPts val="0"/>
              </a:spcAft>
              <a:buSzPts val="2400"/>
              <a:buChar char="-"/>
            </a:pPr>
            <a:r>
              <a:rPr lang="en-VN" b="1"/>
              <a:t>Được gọi tự động</a:t>
            </a:r>
            <a:r>
              <a:rPr lang="en-VN"/>
              <a:t> khi object được tạo</a:t>
            </a:r>
            <a:endParaRPr/>
          </a:p>
          <a:p>
            <a:pPr marL="914400" lvl="1" indent="-381000" algn="just" rtl="0">
              <a:lnSpc>
                <a:spcPct val="130000"/>
              </a:lnSpc>
              <a:spcBef>
                <a:spcPts val="0"/>
              </a:spcBef>
              <a:spcAft>
                <a:spcPts val="0"/>
              </a:spcAft>
              <a:buSzPts val="2400"/>
              <a:buChar char="-"/>
            </a:pPr>
            <a:r>
              <a:rPr lang="en-VN"/>
              <a:t>Nếu </a:t>
            </a:r>
            <a:r>
              <a:rPr lang="en-VN" b="1"/>
              <a:t>không định nghĩa constructor</a:t>
            </a:r>
            <a:r>
              <a:rPr lang="en-VN"/>
              <a:t> nào, Java sẽ cung cấp một </a:t>
            </a:r>
            <a:r>
              <a:rPr lang="en-VN" b="1"/>
              <a:t>default constructor</a:t>
            </a:r>
            <a:endParaRPr b="1"/>
          </a:p>
        </p:txBody>
      </p:sp>
      <p:sp>
        <p:nvSpPr>
          <p:cNvPr id="493" name="Google Shape;493;p29"/>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494" name="Google Shape;494;p29"/>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30"/>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Hàm tạo (constructor)</a:t>
            </a:r>
            <a:endParaRPr/>
          </a:p>
        </p:txBody>
      </p:sp>
      <p:sp>
        <p:nvSpPr>
          <p:cNvPr id="500" name="Google Shape;500;p30"/>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Hai loại constructor:</a:t>
            </a:r>
            <a:endParaRPr/>
          </a:p>
          <a:p>
            <a:pPr marL="914400" lvl="1" indent="-381000" algn="just" rtl="0">
              <a:lnSpc>
                <a:spcPct val="130000"/>
              </a:lnSpc>
              <a:spcBef>
                <a:spcPts val="0"/>
              </a:spcBef>
              <a:spcAft>
                <a:spcPts val="0"/>
              </a:spcAft>
              <a:buSzPts val="2400"/>
              <a:buChar char="-"/>
            </a:pPr>
            <a:r>
              <a:rPr lang="en-VN" b="1"/>
              <a:t>Default constructor</a:t>
            </a:r>
            <a:r>
              <a:rPr lang="en-VN"/>
              <a:t>: </a:t>
            </a:r>
            <a:r>
              <a:rPr lang="en-VN" b="1"/>
              <a:t>không có tham số </a:t>
            </a:r>
            <a:r>
              <a:rPr lang="en-VN"/>
              <a:t>và </a:t>
            </a:r>
            <a:r>
              <a:rPr lang="en-VN" b="1"/>
              <a:t>khởi tạo các biến</a:t>
            </a:r>
            <a:r>
              <a:rPr lang="en-VN"/>
              <a:t> của object </a:t>
            </a:r>
            <a:r>
              <a:rPr lang="en-VN" b="1"/>
              <a:t>với giá trị mặc định</a:t>
            </a:r>
            <a:endParaRPr b="1"/>
          </a:p>
        </p:txBody>
      </p:sp>
      <p:sp>
        <p:nvSpPr>
          <p:cNvPr id="501" name="Google Shape;501;p30"/>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502" name="Google Shape;502;p30"/>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18</a:t>
            </a:fld>
            <a:endParaRPr/>
          </a:p>
        </p:txBody>
      </p:sp>
      <p:pic>
        <p:nvPicPr>
          <p:cNvPr id="503" name="Google Shape;503;p30"/>
          <p:cNvPicPr preferRelativeResize="0"/>
          <p:nvPr/>
        </p:nvPicPr>
        <p:blipFill>
          <a:blip r:embed="rId3">
            <a:alphaModFix/>
          </a:blip>
          <a:stretch>
            <a:fillRect/>
          </a:stretch>
        </p:blipFill>
        <p:spPr>
          <a:xfrm>
            <a:off x="469175" y="3147763"/>
            <a:ext cx="5734050" cy="2886075"/>
          </a:xfrm>
          <a:prstGeom prst="rect">
            <a:avLst/>
          </a:prstGeom>
          <a:noFill/>
          <a:ln>
            <a:noFill/>
          </a:ln>
        </p:spPr>
      </p:pic>
      <p:pic>
        <p:nvPicPr>
          <p:cNvPr id="504" name="Google Shape;504;p30"/>
          <p:cNvPicPr preferRelativeResize="0"/>
          <p:nvPr/>
        </p:nvPicPr>
        <p:blipFill rotWithShape="1">
          <a:blip r:embed="rId4">
            <a:alphaModFix/>
          </a:blip>
          <a:srcRect r="19387"/>
          <a:stretch/>
        </p:blipFill>
        <p:spPr>
          <a:xfrm>
            <a:off x="6288725" y="3806362"/>
            <a:ext cx="5734051" cy="15689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31"/>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Hàm tạo (constructor)</a:t>
            </a:r>
            <a:endParaRPr/>
          </a:p>
        </p:txBody>
      </p:sp>
      <p:sp>
        <p:nvSpPr>
          <p:cNvPr id="510" name="Google Shape;510;p31"/>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Hai loại constructor:</a:t>
            </a:r>
            <a:endParaRPr/>
          </a:p>
          <a:p>
            <a:pPr marL="914400" lvl="1" indent="-381000" algn="just" rtl="0">
              <a:lnSpc>
                <a:spcPct val="130000"/>
              </a:lnSpc>
              <a:spcBef>
                <a:spcPts val="0"/>
              </a:spcBef>
              <a:spcAft>
                <a:spcPts val="0"/>
              </a:spcAft>
              <a:buSzPts val="2400"/>
              <a:buChar char="-"/>
            </a:pPr>
            <a:r>
              <a:rPr lang="en-VN" b="1"/>
              <a:t>Parameterized constructor</a:t>
            </a:r>
            <a:r>
              <a:rPr lang="en-VN"/>
              <a:t>: </a:t>
            </a:r>
            <a:r>
              <a:rPr lang="en-VN" b="1"/>
              <a:t>cho phép truyền giá trị </a:t>
            </a:r>
            <a:r>
              <a:rPr lang="en-VN" b="1">
                <a:solidFill>
                  <a:srgbClr val="FF0000"/>
                </a:solidFill>
              </a:rPr>
              <a:t>ngay tại thời điểm tạo object</a:t>
            </a:r>
            <a:endParaRPr b="1">
              <a:solidFill>
                <a:srgbClr val="FF0000"/>
              </a:solidFill>
            </a:endParaRPr>
          </a:p>
        </p:txBody>
      </p:sp>
      <p:sp>
        <p:nvSpPr>
          <p:cNvPr id="511" name="Google Shape;511;p31"/>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512" name="Google Shape;512;p31"/>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19</a:t>
            </a:fld>
            <a:endParaRPr/>
          </a:p>
        </p:txBody>
      </p:sp>
      <p:pic>
        <p:nvPicPr>
          <p:cNvPr id="513" name="Google Shape;513;p31"/>
          <p:cNvPicPr preferRelativeResize="0"/>
          <p:nvPr/>
        </p:nvPicPr>
        <p:blipFill>
          <a:blip r:embed="rId3">
            <a:alphaModFix/>
          </a:blip>
          <a:stretch>
            <a:fillRect/>
          </a:stretch>
        </p:blipFill>
        <p:spPr>
          <a:xfrm>
            <a:off x="489675" y="2994550"/>
            <a:ext cx="6530053" cy="3182375"/>
          </a:xfrm>
          <a:prstGeom prst="rect">
            <a:avLst/>
          </a:prstGeom>
          <a:noFill/>
          <a:ln>
            <a:noFill/>
          </a:ln>
        </p:spPr>
      </p:pic>
      <p:pic>
        <p:nvPicPr>
          <p:cNvPr id="514" name="Google Shape;514;p31"/>
          <p:cNvPicPr preferRelativeResize="0"/>
          <p:nvPr/>
        </p:nvPicPr>
        <p:blipFill>
          <a:blip r:embed="rId4">
            <a:alphaModFix/>
          </a:blip>
          <a:stretch>
            <a:fillRect/>
          </a:stretch>
        </p:blipFill>
        <p:spPr>
          <a:xfrm>
            <a:off x="7160963" y="3385575"/>
            <a:ext cx="4695825" cy="2400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32"/>
          <p:cNvSpPr txBox="1">
            <a:spLocks noGrp="1"/>
          </p:cNvSpPr>
          <p:nvPr>
            <p:ph type="title"/>
          </p:nvPr>
        </p:nvSpPr>
        <p:spPr>
          <a:xfrm>
            <a:off x="774146" y="202009"/>
            <a:ext cx="3932100" cy="1698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Hàm tạo (constructor)</a:t>
            </a:r>
            <a:endParaRPr/>
          </a:p>
        </p:txBody>
      </p:sp>
      <p:sp>
        <p:nvSpPr>
          <p:cNvPr id="520" name="Google Shape;520;p32"/>
          <p:cNvSpPr txBox="1">
            <a:spLocks noGrp="1"/>
          </p:cNvSpPr>
          <p:nvPr>
            <p:ph type="body" idx="1"/>
          </p:nvPr>
        </p:nvSpPr>
        <p:spPr>
          <a:xfrm>
            <a:off x="774144" y="2113808"/>
            <a:ext cx="3932100" cy="40632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b="1"/>
              <a:t>Constructor overloading</a:t>
            </a:r>
            <a:endParaRPr b="1"/>
          </a:p>
          <a:p>
            <a:pPr marL="914400" lvl="1" indent="-381000" algn="just" rtl="0">
              <a:lnSpc>
                <a:spcPct val="130000"/>
              </a:lnSpc>
              <a:spcBef>
                <a:spcPts val="0"/>
              </a:spcBef>
              <a:spcAft>
                <a:spcPts val="0"/>
              </a:spcAft>
              <a:buSzPts val="2400"/>
              <a:buChar char="-"/>
            </a:pPr>
            <a:r>
              <a:rPr lang="en-VN"/>
              <a:t>một class có thể có </a:t>
            </a:r>
            <a:r>
              <a:rPr lang="en-VN" b="1"/>
              <a:t>nhiều constructors với tham số khác nhau</a:t>
            </a:r>
            <a:r>
              <a:rPr lang="en-VN"/>
              <a:t> để tạo </a:t>
            </a:r>
            <a:r>
              <a:rPr lang="en-VN" b="1"/>
              <a:t>tính linh hoạt</a:t>
            </a:r>
            <a:endParaRPr b="1"/>
          </a:p>
        </p:txBody>
      </p:sp>
      <p:sp>
        <p:nvSpPr>
          <p:cNvPr id="521" name="Google Shape;521;p32"/>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522" name="Google Shape;522;p32"/>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VN"/>
              <a:t>20</a:t>
            </a:fld>
            <a:endParaRPr/>
          </a:p>
        </p:txBody>
      </p:sp>
      <p:pic>
        <p:nvPicPr>
          <p:cNvPr id="523" name="Google Shape;523;p32"/>
          <p:cNvPicPr preferRelativeResize="0"/>
          <p:nvPr/>
        </p:nvPicPr>
        <p:blipFill>
          <a:blip r:embed="rId3">
            <a:alphaModFix/>
          </a:blip>
          <a:stretch>
            <a:fillRect/>
          </a:stretch>
        </p:blipFill>
        <p:spPr>
          <a:xfrm>
            <a:off x="5086050" y="468150"/>
            <a:ext cx="6485664" cy="59216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33"/>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Hàm tạo (constructor)</a:t>
            </a:r>
            <a:endParaRPr/>
          </a:p>
        </p:txBody>
      </p:sp>
      <p:sp>
        <p:nvSpPr>
          <p:cNvPr id="529" name="Google Shape;529;p33"/>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b="1"/>
              <a:t>Lưu ý </a:t>
            </a:r>
            <a:r>
              <a:rPr lang="en-VN" b="1">
                <a:solidFill>
                  <a:srgbClr val="FF0000"/>
                </a:solidFill>
              </a:rPr>
              <a:t>lỗi hay sai</a:t>
            </a:r>
            <a:r>
              <a:rPr lang="en-VN" b="1"/>
              <a:t>:</a:t>
            </a:r>
            <a:endParaRPr b="1"/>
          </a:p>
          <a:p>
            <a:pPr marL="914400" lvl="0" indent="-406400" algn="just" rtl="0">
              <a:lnSpc>
                <a:spcPct val="130000"/>
              </a:lnSpc>
              <a:spcBef>
                <a:spcPts val="0"/>
              </a:spcBef>
              <a:spcAft>
                <a:spcPts val="0"/>
              </a:spcAft>
              <a:buSzPts val="2800"/>
              <a:buAutoNum type="arabicPeriod"/>
            </a:pPr>
            <a:r>
              <a:rPr lang="en-VN"/>
              <a:t>tên constructor không trùng với tên class</a:t>
            </a:r>
            <a:endParaRPr/>
          </a:p>
          <a:p>
            <a:pPr marL="914400" lvl="0" indent="-406400" algn="just" rtl="0">
              <a:lnSpc>
                <a:spcPct val="130000"/>
              </a:lnSpc>
              <a:spcBef>
                <a:spcPts val="0"/>
              </a:spcBef>
              <a:spcAft>
                <a:spcPts val="0"/>
              </a:spcAft>
              <a:buSzPts val="2800"/>
              <a:buAutoNum type="arabicPeriod"/>
            </a:pPr>
            <a:r>
              <a:rPr lang="en-VN"/>
              <a:t>viết thêm kiểu trả về cho constructor như void hoặc int</a:t>
            </a:r>
            <a:endParaRPr/>
          </a:p>
          <a:p>
            <a:pPr marL="0" lvl="0" indent="0" algn="just" rtl="0">
              <a:lnSpc>
                <a:spcPct val="130000"/>
              </a:lnSpc>
              <a:spcBef>
                <a:spcPts val="0"/>
              </a:spcBef>
              <a:spcAft>
                <a:spcPts val="0"/>
              </a:spcAft>
              <a:buNone/>
            </a:pPr>
            <a:r>
              <a:rPr lang="en-VN"/>
              <a:t>⇒ constructor </a:t>
            </a:r>
            <a:r>
              <a:rPr lang="en-VN" b="1"/>
              <a:t>không có kiểu trả về</a:t>
            </a:r>
            <a:r>
              <a:rPr lang="en-VN"/>
              <a:t> và </a:t>
            </a:r>
            <a:r>
              <a:rPr lang="en-VN" b="1"/>
              <a:t>được gọi tự động</a:t>
            </a:r>
            <a:r>
              <a:rPr lang="en-VN"/>
              <a:t> khi ta dùng keyword “</a:t>
            </a:r>
            <a:r>
              <a:rPr lang="en-VN" b="1" i="1"/>
              <a:t>new</a:t>
            </a:r>
            <a:r>
              <a:rPr lang="en-VN"/>
              <a:t>”</a:t>
            </a:r>
            <a:endParaRPr/>
          </a:p>
        </p:txBody>
      </p:sp>
      <p:sp>
        <p:nvSpPr>
          <p:cNvPr id="530" name="Google Shape;530;p33"/>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531" name="Google Shape;531;p33"/>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V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34"/>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Quy trình khi code OOP cơ bản</a:t>
            </a:r>
            <a:endParaRPr/>
          </a:p>
        </p:txBody>
      </p:sp>
      <p:sp>
        <p:nvSpPr>
          <p:cNvPr id="537" name="Google Shape;537;p34"/>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Bước 1: </a:t>
            </a:r>
            <a:r>
              <a:rPr lang="en-VN" b="1"/>
              <a:t>Xác định class</a:t>
            </a:r>
            <a:r>
              <a:rPr lang="en-VN"/>
              <a:t> cần mô hình hóa</a:t>
            </a:r>
            <a:endParaRPr/>
          </a:p>
          <a:p>
            <a:pPr marL="914400" lvl="0" indent="-406400" algn="just" rtl="0">
              <a:lnSpc>
                <a:spcPct val="130000"/>
              </a:lnSpc>
              <a:spcBef>
                <a:spcPts val="0"/>
              </a:spcBef>
              <a:spcAft>
                <a:spcPts val="0"/>
              </a:spcAft>
              <a:buSzPts val="2800"/>
              <a:buChar char="-"/>
            </a:pPr>
            <a:r>
              <a:rPr lang="en-VN"/>
              <a:t>Gợi ý: bài toán nói về cái gì thì class là cái đó</a:t>
            </a:r>
            <a:endParaRPr/>
          </a:p>
          <a:p>
            <a:pPr marL="914400" lvl="0" indent="-406400" algn="just" rtl="0">
              <a:lnSpc>
                <a:spcPct val="130000"/>
              </a:lnSpc>
              <a:spcBef>
                <a:spcPts val="0"/>
              </a:spcBef>
              <a:spcAft>
                <a:spcPts val="0"/>
              </a:spcAft>
              <a:buSzPts val="2800"/>
              <a:buChar char="-"/>
            </a:pPr>
            <a:r>
              <a:rPr lang="en-VN"/>
              <a:t>Ví dụ: Tạo các loại </a:t>
            </a:r>
            <a:r>
              <a:rPr lang="en-VN" b="1"/>
              <a:t>xe đua</a:t>
            </a:r>
            <a:r>
              <a:rPr lang="en-VN"/>
              <a:t> trong trò chơi đua xe</a:t>
            </a:r>
            <a:endParaRPr/>
          </a:p>
        </p:txBody>
      </p:sp>
      <p:sp>
        <p:nvSpPr>
          <p:cNvPr id="538" name="Google Shape;538;p34"/>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539" name="Google Shape;539;p34"/>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22</a:t>
            </a:fld>
            <a:endParaRPr/>
          </a:p>
        </p:txBody>
      </p:sp>
      <p:pic>
        <p:nvPicPr>
          <p:cNvPr id="540" name="Google Shape;540;p34"/>
          <p:cNvPicPr preferRelativeResize="0"/>
          <p:nvPr/>
        </p:nvPicPr>
        <p:blipFill>
          <a:blip r:embed="rId3">
            <a:alphaModFix/>
          </a:blip>
          <a:stretch>
            <a:fillRect/>
          </a:stretch>
        </p:blipFill>
        <p:spPr>
          <a:xfrm>
            <a:off x="4224667" y="3227604"/>
            <a:ext cx="3678750" cy="19283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35"/>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Quy trình khi code OOP cơ bản</a:t>
            </a:r>
            <a:endParaRPr/>
          </a:p>
        </p:txBody>
      </p:sp>
      <p:sp>
        <p:nvSpPr>
          <p:cNvPr id="546" name="Google Shape;546;p35"/>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Bước 2: </a:t>
            </a:r>
            <a:r>
              <a:rPr lang="en-VN" b="1"/>
              <a:t>Liệt kê các properties</a:t>
            </a:r>
            <a:endParaRPr b="1"/>
          </a:p>
          <a:p>
            <a:pPr marL="914400" lvl="0" indent="-406400" algn="just" rtl="0">
              <a:lnSpc>
                <a:spcPct val="130000"/>
              </a:lnSpc>
              <a:spcBef>
                <a:spcPts val="0"/>
              </a:spcBef>
              <a:spcAft>
                <a:spcPts val="0"/>
              </a:spcAft>
              <a:buSzPts val="2800"/>
              <a:buChar char="-"/>
            </a:pPr>
            <a:r>
              <a:rPr lang="en-VN"/>
              <a:t>Gợi ý: các thông tin cần lưu của object là gì?</a:t>
            </a:r>
            <a:endParaRPr/>
          </a:p>
          <a:p>
            <a:pPr marL="914400" lvl="0" indent="-406400" algn="just" rtl="0">
              <a:lnSpc>
                <a:spcPct val="130000"/>
              </a:lnSpc>
              <a:spcBef>
                <a:spcPts val="0"/>
              </a:spcBef>
              <a:spcAft>
                <a:spcPts val="0"/>
              </a:spcAft>
              <a:buSzPts val="2800"/>
              <a:buChar char="-"/>
            </a:pPr>
            <a:r>
              <a:rPr lang="en-VN"/>
              <a:t>Ví dụ: Người chơi cần biết xe </a:t>
            </a:r>
            <a:r>
              <a:rPr lang="en-VN" b="1"/>
              <a:t>màu gì</a:t>
            </a:r>
            <a:r>
              <a:rPr lang="en-VN"/>
              <a:t>, </a:t>
            </a:r>
            <a:r>
              <a:rPr lang="en-VN" b="1"/>
              <a:t>hàng nào</a:t>
            </a:r>
            <a:r>
              <a:rPr lang="en-VN"/>
              <a:t> và </a:t>
            </a:r>
            <a:r>
              <a:rPr lang="en-VN" b="1"/>
              <a:t>tốc độ</a:t>
            </a:r>
            <a:r>
              <a:rPr lang="en-VN"/>
              <a:t> để lựa chọn</a:t>
            </a:r>
            <a:endParaRPr/>
          </a:p>
        </p:txBody>
      </p:sp>
      <p:sp>
        <p:nvSpPr>
          <p:cNvPr id="547" name="Google Shape;547;p35"/>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548" name="Google Shape;548;p35"/>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23</a:t>
            </a:fld>
            <a:endParaRPr/>
          </a:p>
        </p:txBody>
      </p:sp>
      <p:pic>
        <p:nvPicPr>
          <p:cNvPr id="549" name="Google Shape;549;p35"/>
          <p:cNvPicPr preferRelativeResize="0"/>
          <p:nvPr/>
        </p:nvPicPr>
        <p:blipFill>
          <a:blip r:embed="rId3">
            <a:alphaModFix/>
          </a:blip>
          <a:stretch>
            <a:fillRect/>
          </a:stretch>
        </p:blipFill>
        <p:spPr>
          <a:xfrm>
            <a:off x="4336481" y="3352219"/>
            <a:ext cx="3519025" cy="2657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36"/>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Quy trình khi code OOP cơ bản</a:t>
            </a:r>
            <a:endParaRPr/>
          </a:p>
        </p:txBody>
      </p:sp>
      <p:sp>
        <p:nvSpPr>
          <p:cNvPr id="555" name="Google Shape;555;p36"/>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Bước 3: </a:t>
            </a:r>
            <a:r>
              <a:rPr lang="en-VN" b="1"/>
              <a:t>Viết constructor</a:t>
            </a:r>
            <a:r>
              <a:rPr lang="en-VN"/>
              <a:t> để khởi tạo object</a:t>
            </a:r>
            <a:endParaRPr/>
          </a:p>
          <a:p>
            <a:pPr marL="914400" lvl="0" indent="-406400" algn="just" rtl="0">
              <a:lnSpc>
                <a:spcPct val="130000"/>
              </a:lnSpc>
              <a:spcBef>
                <a:spcPts val="0"/>
              </a:spcBef>
              <a:spcAft>
                <a:spcPts val="0"/>
              </a:spcAft>
              <a:buSzPts val="2800"/>
              <a:buChar char="-"/>
            </a:pPr>
            <a:r>
              <a:rPr lang="en-VN"/>
              <a:t>Gợi ý: tạo mới một object cần lưu giá trị cho object đó</a:t>
            </a:r>
            <a:endParaRPr/>
          </a:p>
          <a:p>
            <a:pPr marL="0" lvl="0" indent="0" algn="just" rtl="0">
              <a:lnSpc>
                <a:spcPct val="130000"/>
              </a:lnSpc>
              <a:spcBef>
                <a:spcPts val="0"/>
              </a:spcBef>
              <a:spcAft>
                <a:spcPts val="0"/>
              </a:spcAft>
              <a:buNone/>
            </a:pPr>
            <a:endParaRPr/>
          </a:p>
        </p:txBody>
      </p:sp>
      <p:sp>
        <p:nvSpPr>
          <p:cNvPr id="556" name="Google Shape;556;p36"/>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557" name="Google Shape;557;p36"/>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24</a:t>
            </a:fld>
            <a:endParaRPr/>
          </a:p>
        </p:txBody>
      </p:sp>
      <p:pic>
        <p:nvPicPr>
          <p:cNvPr id="558" name="Google Shape;558;p36"/>
          <p:cNvPicPr preferRelativeResize="0"/>
          <p:nvPr/>
        </p:nvPicPr>
        <p:blipFill>
          <a:blip r:embed="rId3">
            <a:alphaModFix/>
          </a:blip>
          <a:stretch>
            <a:fillRect/>
          </a:stretch>
        </p:blipFill>
        <p:spPr>
          <a:xfrm>
            <a:off x="2462950" y="2923590"/>
            <a:ext cx="7266100" cy="2133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37"/>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Quy trình khi code OOP cơ bản</a:t>
            </a:r>
            <a:endParaRPr/>
          </a:p>
        </p:txBody>
      </p:sp>
      <p:sp>
        <p:nvSpPr>
          <p:cNvPr id="564" name="Google Shape;564;p37"/>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Bước 4: </a:t>
            </a:r>
            <a:r>
              <a:rPr lang="en-VN" b="1"/>
              <a:t>Viết methods</a:t>
            </a:r>
            <a:r>
              <a:rPr lang="en-VN"/>
              <a:t> để thực hiện các yêu cầu xử lý</a:t>
            </a:r>
            <a:endParaRPr/>
          </a:p>
          <a:p>
            <a:pPr marL="914400" lvl="0" indent="-406400" algn="just" rtl="0">
              <a:lnSpc>
                <a:spcPct val="130000"/>
              </a:lnSpc>
              <a:spcBef>
                <a:spcPts val="0"/>
              </a:spcBef>
              <a:spcAft>
                <a:spcPts val="0"/>
              </a:spcAft>
              <a:buSzPts val="2800"/>
              <a:buChar char="-"/>
            </a:pPr>
            <a:r>
              <a:rPr lang="en-VN"/>
              <a:t>Gợi ý: những hành động của object có thể thực hiện</a:t>
            </a:r>
            <a:endParaRPr/>
          </a:p>
          <a:p>
            <a:pPr marL="914400" lvl="0" indent="-406400" algn="just" rtl="0">
              <a:lnSpc>
                <a:spcPct val="130000"/>
              </a:lnSpc>
              <a:spcBef>
                <a:spcPts val="0"/>
              </a:spcBef>
              <a:spcAft>
                <a:spcPts val="0"/>
              </a:spcAft>
              <a:buSzPts val="2800"/>
              <a:buChar char="-"/>
            </a:pPr>
            <a:r>
              <a:rPr lang="en-VN"/>
              <a:t>Ví dụ: Chiếc xe có thể </a:t>
            </a:r>
            <a:r>
              <a:rPr lang="en-VN" b="1"/>
              <a:t>chạy, dừng hoặc tăng tốc</a:t>
            </a:r>
            <a:endParaRPr b="1"/>
          </a:p>
        </p:txBody>
      </p:sp>
      <p:sp>
        <p:nvSpPr>
          <p:cNvPr id="565" name="Google Shape;565;p37"/>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566" name="Google Shape;566;p37"/>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25</a:t>
            </a:fld>
            <a:endParaRPr/>
          </a:p>
        </p:txBody>
      </p:sp>
      <p:pic>
        <p:nvPicPr>
          <p:cNvPr id="567" name="Google Shape;567;p37"/>
          <p:cNvPicPr preferRelativeResize="0"/>
          <p:nvPr/>
        </p:nvPicPr>
        <p:blipFill>
          <a:blip r:embed="rId3">
            <a:alphaModFix/>
          </a:blip>
          <a:stretch>
            <a:fillRect/>
          </a:stretch>
        </p:blipFill>
        <p:spPr>
          <a:xfrm>
            <a:off x="2795475" y="2927575"/>
            <a:ext cx="6601053" cy="32493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38"/>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Quy trình khi code OOP cơ bản</a:t>
            </a:r>
            <a:endParaRPr/>
          </a:p>
        </p:txBody>
      </p:sp>
      <p:sp>
        <p:nvSpPr>
          <p:cNvPr id="573" name="Google Shape;573;p38"/>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Bước 5: </a:t>
            </a:r>
            <a:r>
              <a:rPr lang="en-VN" b="1"/>
              <a:t>Viết class main</a:t>
            </a:r>
            <a:r>
              <a:rPr lang="en-VN"/>
              <a:t> </a:t>
            </a:r>
            <a:endParaRPr/>
          </a:p>
          <a:p>
            <a:pPr marL="914400" lvl="0" indent="-406400" algn="just" rtl="0">
              <a:lnSpc>
                <a:spcPct val="130000"/>
              </a:lnSpc>
              <a:spcBef>
                <a:spcPts val="0"/>
              </a:spcBef>
              <a:spcAft>
                <a:spcPts val="0"/>
              </a:spcAft>
              <a:buSzPts val="2800"/>
              <a:buChar char="-"/>
            </a:pPr>
            <a:r>
              <a:rPr lang="en-VN"/>
              <a:t>Gợi ý: tạo class main để tạo object và gọi methods để thực hiện theo yêu cầu</a:t>
            </a:r>
            <a:endParaRPr/>
          </a:p>
        </p:txBody>
      </p:sp>
      <p:sp>
        <p:nvSpPr>
          <p:cNvPr id="574" name="Google Shape;574;p38"/>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575" name="Google Shape;575;p38"/>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26</a:t>
            </a:fld>
            <a:endParaRPr/>
          </a:p>
        </p:txBody>
      </p:sp>
      <p:pic>
        <p:nvPicPr>
          <p:cNvPr id="576" name="Google Shape;576;p38"/>
          <p:cNvPicPr preferRelativeResize="0"/>
          <p:nvPr/>
        </p:nvPicPr>
        <p:blipFill>
          <a:blip r:embed="rId3">
            <a:alphaModFix/>
          </a:blip>
          <a:stretch>
            <a:fillRect/>
          </a:stretch>
        </p:blipFill>
        <p:spPr>
          <a:xfrm>
            <a:off x="2902475" y="2908050"/>
            <a:ext cx="6323150" cy="3370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39"/>
          <p:cNvSpPr txBox="1">
            <a:spLocks noGrp="1"/>
          </p:cNvSpPr>
          <p:nvPr>
            <p:ph type="title"/>
          </p:nvPr>
        </p:nvSpPr>
        <p:spPr>
          <a:xfrm>
            <a:off x="774145" y="223964"/>
            <a:ext cx="10579800" cy="786000"/>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VN"/>
              <a:t>Đọc hiểu code OOP</a:t>
            </a:r>
            <a:endParaRPr/>
          </a:p>
        </p:txBody>
      </p:sp>
      <p:sp>
        <p:nvSpPr>
          <p:cNvPr id="582" name="Google Shape;582;p39"/>
          <p:cNvSpPr txBox="1">
            <a:spLocks noGrp="1"/>
          </p:cNvSpPr>
          <p:nvPr>
            <p:ph type="body" idx="1"/>
          </p:nvPr>
        </p:nvSpPr>
        <p:spPr>
          <a:xfrm>
            <a:off x="774145" y="1233824"/>
            <a:ext cx="10579800" cy="4943100"/>
          </a:xfrm>
          <a:prstGeom prst="rect">
            <a:avLst/>
          </a:prstGeom>
          <a:noFill/>
          <a:ln>
            <a:noFill/>
          </a:ln>
        </p:spPr>
        <p:txBody>
          <a:bodyPr spcFirstLastPara="1" wrap="square" lIns="91425" tIns="45700" rIns="91425" bIns="45700" anchor="t" anchorCtr="0">
            <a:normAutofit/>
          </a:bodyPr>
          <a:lstStyle/>
          <a:p>
            <a:pPr marL="457200" lvl="0" indent="-406400" algn="just" rtl="0">
              <a:lnSpc>
                <a:spcPct val="130000"/>
              </a:lnSpc>
              <a:spcBef>
                <a:spcPts val="0"/>
              </a:spcBef>
              <a:spcAft>
                <a:spcPts val="0"/>
              </a:spcAft>
              <a:buSzPts val="2800"/>
              <a:buChar char="-"/>
            </a:pPr>
            <a:r>
              <a:rPr lang="en-VN"/>
              <a:t>Khi gặp một class mới, đọc hiểu class đó với 3 bước sau:</a:t>
            </a:r>
            <a:endParaRPr/>
          </a:p>
          <a:p>
            <a:pPr marL="914400" lvl="0" indent="-406400" algn="just" rtl="0">
              <a:lnSpc>
                <a:spcPct val="130000"/>
              </a:lnSpc>
              <a:spcBef>
                <a:spcPts val="0"/>
              </a:spcBef>
              <a:spcAft>
                <a:spcPts val="0"/>
              </a:spcAft>
              <a:buSzPts val="2800"/>
              <a:buAutoNum type="arabicPeriod"/>
            </a:pPr>
            <a:r>
              <a:rPr lang="en-VN"/>
              <a:t>Tìm </a:t>
            </a:r>
            <a:r>
              <a:rPr lang="en-VN" b="1"/>
              <a:t>properties</a:t>
            </a:r>
            <a:r>
              <a:rPr lang="en-VN"/>
              <a:t> để xem object lưu dữ liệu gì</a:t>
            </a:r>
            <a:endParaRPr/>
          </a:p>
          <a:p>
            <a:pPr marL="914400" lvl="0" indent="-406400" algn="just" rtl="0">
              <a:lnSpc>
                <a:spcPct val="130000"/>
              </a:lnSpc>
              <a:spcBef>
                <a:spcPts val="0"/>
              </a:spcBef>
              <a:spcAft>
                <a:spcPts val="0"/>
              </a:spcAft>
              <a:buSzPts val="2800"/>
              <a:buAutoNum type="arabicPeriod"/>
            </a:pPr>
            <a:r>
              <a:rPr lang="en-VN"/>
              <a:t>Tìm </a:t>
            </a:r>
            <a:r>
              <a:rPr lang="en-VN" b="1"/>
              <a:t>constructors</a:t>
            </a:r>
            <a:r>
              <a:rPr lang="en-VN"/>
              <a:t> để xem object được tạo như thế nào</a:t>
            </a:r>
            <a:endParaRPr/>
          </a:p>
          <a:p>
            <a:pPr marL="914400" lvl="0" indent="-406400" algn="just" rtl="0">
              <a:lnSpc>
                <a:spcPct val="130000"/>
              </a:lnSpc>
              <a:spcBef>
                <a:spcPts val="0"/>
              </a:spcBef>
              <a:spcAft>
                <a:spcPts val="0"/>
              </a:spcAft>
              <a:buSzPts val="2800"/>
              <a:buAutoNum type="arabicPeriod"/>
            </a:pPr>
            <a:r>
              <a:rPr lang="en-VN"/>
              <a:t>Tìm </a:t>
            </a:r>
            <a:r>
              <a:rPr lang="en-VN" b="1"/>
              <a:t>methods</a:t>
            </a:r>
            <a:r>
              <a:rPr lang="en-VN"/>
              <a:t> để xem object có thể làm gì</a:t>
            </a:r>
            <a:endParaRPr/>
          </a:p>
        </p:txBody>
      </p:sp>
      <p:sp>
        <p:nvSpPr>
          <p:cNvPr id="583" name="Google Shape;583;p39"/>
          <p:cNvSpPr txBox="1">
            <a:spLocks noGrp="1"/>
          </p:cNvSpPr>
          <p:nvPr>
            <p:ph type="ftr" idx="11"/>
          </p:nvPr>
        </p:nvSpPr>
        <p:spPr>
          <a:xfrm>
            <a:off x="774146" y="6475620"/>
            <a:ext cx="4311900" cy="26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584" name="Google Shape;584;p39"/>
          <p:cNvSpPr txBox="1">
            <a:spLocks noGrp="1"/>
          </p:cNvSpPr>
          <p:nvPr>
            <p:ph type="sldNum" idx="12"/>
          </p:nvPr>
        </p:nvSpPr>
        <p:spPr>
          <a:xfrm>
            <a:off x="58380" y="6508358"/>
            <a:ext cx="349500" cy="349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27</a:t>
            </a:fld>
            <a:endParaRPr/>
          </a:p>
        </p:txBody>
      </p:sp>
    </p:spTree>
  </p:cSld>
  <p:clrMapOvr>
    <a:masterClrMapping/>
  </p:clrMapOvr>
</p:sld>
</file>

<file path=ppt/theme/theme1.xml><?xml version="1.0" encoding="utf-8"?>
<a:theme xmlns:a="http://schemas.openxmlformats.org/drawingml/2006/main"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2009</Words>
  <Application>Microsoft Office PowerPoint</Application>
  <PresentationFormat>Widescreen</PresentationFormat>
  <Paragraphs>222</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Roboto Mono</vt:lpstr>
      <vt:lpstr>Times New Roman</vt:lpstr>
      <vt:lpstr>Calibri</vt:lpstr>
      <vt:lpstr>Arial</vt:lpstr>
      <vt:lpstr>Office Theme</vt:lpstr>
      <vt:lpstr>PowerPoint Presentation</vt:lpstr>
      <vt:lpstr>PowerPoint Presentation</vt:lpstr>
      <vt:lpstr>Phương thức overloading</vt:lpstr>
      <vt:lpstr>Phương thức overloading</vt:lpstr>
      <vt:lpstr>Phương thức overloading</vt:lpstr>
      <vt:lpstr>Class và Object</vt:lpstr>
      <vt:lpstr>Class và Object</vt:lpstr>
      <vt:lpstr>Class và Object</vt:lpstr>
      <vt:lpstr>Class và Object</vt:lpstr>
      <vt:lpstr>Thuộc tính trong Class</vt:lpstr>
      <vt:lpstr>Thuộc tính trong Class</vt:lpstr>
      <vt:lpstr>Thuộc tính trong Class</vt:lpstr>
      <vt:lpstr>Thuộc tính trong Class</vt:lpstr>
      <vt:lpstr>keyword this </vt:lpstr>
      <vt:lpstr>Phương thức trong Class</vt:lpstr>
      <vt:lpstr>Phương thức trong Class</vt:lpstr>
      <vt:lpstr>Hàm tạo (constructor)</vt:lpstr>
      <vt:lpstr>Hàm tạo (constructor)</vt:lpstr>
      <vt:lpstr>Hàm tạo (constructor)</vt:lpstr>
      <vt:lpstr>Hàm tạo (constructor)</vt:lpstr>
      <vt:lpstr>Hàm tạo (constructor)</vt:lpstr>
      <vt:lpstr>Quy trình khi code OOP cơ bản</vt:lpstr>
      <vt:lpstr>Quy trình khi code OOP cơ bản</vt:lpstr>
      <vt:lpstr>Quy trình khi code OOP cơ bản</vt:lpstr>
      <vt:lpstr>Quy trình khi code OOP cơ bản</vt:lpstr>
      <vt:lpstr>Quy trình khi code OOP cơ bản</vt:lpstr>
      <vt:lpstr>Đọc hiểu code OOP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Trương Minh Châu</cp:lastModifiedBy>
  <cp:revision>1</cp:revision>
  <dcterms:modified xsi:type="dcterms:W3CDTF">2026-03-24T02:04:26Z</dcterms:modified>
</cp:coreProperties>
</file>
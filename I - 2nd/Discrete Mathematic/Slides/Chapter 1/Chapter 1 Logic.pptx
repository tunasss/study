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8" r:id="rId9"/>
    <p:sldId id="263" r:id="rId10"/>
    <p:sldId id="264" r:id="rId11"/>
    <p:sldId id="265" r:id="rId12"/>
    <p:sldId id="297"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302" r:id="rId30"/>
    <p:sldId id="303" r:id="rId31"/>
    <p:sldId id="304" r:id="rId32"/>
    <p:sldId id="305" r:id="rId33"/>
    <p:sldId id="306" r:id="rId34"/>
    <p:sldId id="307"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6" r:id="rId48"/>
    <p:sldId id="312" r:id="rId49"/>
    <p:sldId id="308" r:id="rId50"/>
    <p:sldId id="309" r:id="rId51"/>
    <p:sldId id="310" r:id="rId52"/>
    <p:sldId id="311" r:id="rId53"/>
    <p:sldId id="294" r:id="rId54"/>
    <p:sldId id="295" r:id="rId55"/>
    <p:sldId id="299" r:id="rId56"/>
    <p:sldId id="300"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D6C915-9BC7-C04C-BDA9-C76CAE728572}" v="38" dt="2024-02-25T09:35:18.0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49"/>
    <p:restoredTop sz="94569"/>
  </p:normalViewPr>
  <p:slideViewPr>
    <p:cSldViewPr>
      <p:cViewPr varScale="1">
        <p:scale>
          <a:sx n="86" d="100"/>
          <a:sy n="86" d="100"/>
        </p:scale>
        <p:origin x="1776"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 Van" userId="a25a9d50-ca35-484a-bf75-d54b15bbb2bf" providerId="ADAL" clId="{A0D6C915-9BC7-C04C-BDA9-C76CAE728572}"/>
    <pc:docChg chg="custSel addSld delSld modSld sldOrd">
      <pc:chgData name="Ai Van" userId="a25a9d50-ca35-484a-bf75-d54b15bbb2bf" providerId="ADAL" clId="{A0D6C915-9BC7-C04C-BDA9-C76CAE728572}" dt="2024-02-27T06:14:40.609" v="1001" actId="14100"/>
      <pc:docMkLst>
        <pc:docMk/>
      </pc:docMkLst>
      <pc:sldChg chg="ord">
        <pc:chgData name="Ai Van" userId="a25a9d50-ca35-484a-bf75-d54b15bbb2bf" providerId="ADAL" clId="{A0D6C915-9BC7-C04C-BDA9-C76CAE728572}" dt="2024-02-20T06:03:22.967" v="33" actId="20578"/>
        <pc:sldMkLst>
          <pc:docMk/>
          <pc:sldMk cId="1120264575" sldId="266"/>
        </pc:sldMkLst>
      </pc:sldChg>
      <pc:sldChg chg="modSp">
        <pc:chgData name="Ai Van" userId="a25a9d50-ca35-484a-bf75-d54b15bbb2bf" providerId="ADAL" clId="{A0D6C915-9BC7-C04C-BDA9-C76CAE728572}" dt="2024-02-20T06:01:37.445" v="3" actId="1035"/>
        <pc:sldMkLst>
          <pc:docMk/>
          <pc:sldMk cId="1343206585" sldId="267"/>
        </pc:sldMkLst>
        <pc:picChg chg="mod">
          <ac:chgData name="Ai Van" userId="a25a9d50-ca35-484a-bf75-d54b15bbb2bf" providerId="ADAL" clId="{A0D6C915-9BC7-C04C-BDA9-C76CAE728572}" dt="2024-02-20T06:01:37.445" v="3" actId="1035"/>
          <ac:picMkLst>
            <pc:docMk/>
            <pc:sldMk cId="1343206585" sldId="267"/>
            <ac:picMk id="10242" creationId="{00000000-0000-0000-0000-000000000000}"/>
          </ac:picMkLst>
        </pc:picChg>
      </pc:sldChg>
      <pc:sldChg chg="modSp">
        <pc:chgData name="Ai Van" userId="a25a9d50-ca35-484a-bf75-d54b15bbb2bf" providerId="ADAL" clId="{A0D6C915-9BC7-C04C-BDA9-C76CAE728572}" dt="2024-02-20T08:38:40.566" v="40" actId="1035"/>
        <pc:sldMkLst>
          <pc:docMk/>
          <pc:sldMk cId="1540153917" sldId="296"/>
        </pc:sldMkLst>
        <pc:picChg chg="mod">
          <ac:chgData name="Ai Van" userId="a25a9d50-ca35-484a-bf75-d54b15bbb2bf" providerId="ADAL" clId="{A0D6C915-9BC7-C04C-BDA9-C76CAE728572}" dt="2024-02-20T08:38:40.566" v="40" actId="1035"/>
          <ac:picMkLst>
            <pc:docMk/>
            <pc:sldMk cId="1540153917" sldId="296"/>
            <ac:picMk id="4" creationId="{00000000-0000-0000-0000-000000000000}"/>
          </ac:picMkLst>
        </pc:picChg>
      </pc:sldChg>
      <pc:sldChg chg="addSp modSp new mod">
        <pc:chgData name="Ai Van" userId="a25a9d50-ca35-484a-bf75-d54b15bbb2bf" providerId="ADAL" clId="{A0D6C915-9BC7-C04C-BDA9-C76CAE728572}" dt="2024-02-24T16:27:50.216" v="300" actId="1076"/>
        <pc:sldMkLst>
          <pc:docMk/>
          <pc:sldMk cId="3035437823" sldId="297"/>
        </pc:sldMkLst>
        <pc:spChg chg="mod">
          <ac:chgData name="Ai Van" userId="a25a9d50-ca35-484a-bf75-d54b15bbb2bf" providerId="ADAL" clId="{A0D6C915-9BC7-C04C-BDA9-C76CAE728572}" dt="2024-02-24T16:27:30.716" v="298" actId="207"/>
          <ac:spMkLst>
            <pc:docMk/>
            <pc:sldMk cId="3035437823" sldId="297"/>
            <ac:spMk id="2" creationId="{A5754149-5C7B-BC58-E18F-877DDCDD69AE}"/>
          </ac:spMkLst>
        </pc:spChg>
        <pc:spChg chg="mod">
          <ac:chgData name="Ai Van" userId="a25a9d50-ca35-484a-bf75-d54b15bbb2bf" providerId="ADAL" clId="{A0D6C915-9BC7-C04C-BDA9-C76CAE728572}" dt="2024-02-24T16:27:45.852" v="299" actId="255"/>
          <ac:spMkLst>
            <pc:docMk/>
            <pc:sldMk cId="3035437823" sldId="297"/>
            <ac:spMk id="3" creationId="{51689365-46D0-1A19-35F4-928827A404BF}"/>
          </ac:spMkLst>
        </pc:spChg>
        <pc:picChg chg="add mod">
          <ac:chgData name="Ai Van" userId="a25a9d50-ca35-484a-bf75-d54b15bbb2bf" providerId="ADAL" clId="{A0D6C915-9BC7-C04C-BDA9-C76CAE728572}" dt="2024-02-24T16:27:50.216" v="300" actId="1076"/>
          <ac:picMkLst>
            <pc:docMk/>
            <pc:sldMk cId="3035437823" sldId="297"/>
            <ac:picMk id="4" creationId="{9C7A73C2-C86D-805B-6127-2DF57A29171E}"/>
          </ac:picMkLst>
        </pc:picChg>
      </pc:sldChg>
      <pc:sldChg chg="addSp delSp modSp new mod ord">
        <pc:chgData name="Ai Van" userId="a25a9d50-ca35-484a-bf75-d54b15bbb2bf" providerId="ADAL" clId="{A0D6C915-9BC7-C04C-BDA9-C76CAE728572}" dt="2024-02-24T15:43:45.229" v="80" actId="1076"/>
        <pc:sldMkLst>
          <pc:docMk/>
          <pc:sldMk cId="3248270547" sldId="298"/>
        </pc:sldMkLst>
        <pc:spChg chg="mod">
          <ac:chgData name="Ai Van" userId="a25a9d50-ca35-484a-bf75-d54b15bbb2bf" providerId="ADAL" clId="{A0D6C915-9BC7-C04C-BDA9-C76CAE728572}" dt="2024-02-24T15:41:16.182" v="58" actId="207"/>
          <ac:spMkLst>
            <pc:docMk/>
            <pc:sldMk cId="3248270547" sldId="298"/>
            <ac:spMk id="2" creationId="{1591FB2D-0223-1356-1A43-13D47EC6DEB0}"/>
          </ac:spMkLst>
        </pc:spChg>
        <pc:spChg chg="del">
          <ac:chgData name="Ai Van" userId="a25a9d50-ca35-484a-bf75-d54b15bbb2bf" providerId="ADAL" clId="{A0D6C915-9BC7-C04C-BDA9-C76CAE728572}" dt="2024-02-24T15:40:40.781" v="54"/>
          <ac:spMkLst>
            <pc:docMk/>
            <pc:sldMk cId="3248270547" sldId="298"/>
            <ac:spMk id="3" creationId="{557983FF-E272-19CF-E4A0-3ACF233233A0}"/>
          </ac:spMkLst>
        </pc:spChg>
        <pc:spChg chg="add mod">
          <ac:chgData name="Ai Van" userId="a25a9d50-ca35-484a-bf75-d54b15bbb2bf" providerId="ADAL" clId="{A0D6C915-9BC7-C04C-BDA9-C76CAE728572}" dt="2024-02-24T15:43:30.208" v="79" actId="255"/>
          <ac:spMkLst>
            <pc:docMk/>
            <pc:sldMk cId="3248270547" sldId="298"/>
            <ac:spMk id="5" creationId="{5CB7350C-2FB8-4F4C-4759-2A03293D8F24}"/>
          </ac:spMkLst>
        </pc:spChg>
        <pc:picChg chg="add mod">
          <ac:chgData name="Ai Van" userId="a25a9d50-ca35-484a-bf75-d54b15bbb2bf" providerId="ADAL" clId="{A0D6C915-9BC7-C04C-BDA9-C76CAE728572}" dt="2024-02-24T15:43:45.229" v="80" actId="1076"/>
          <ac:picMkLst>
            <pc:docMk/>
            <pc:sldMk cId="3248270547" sldId="298"/>
            <ac:picMk id="4" creationId="{B48DC660-3088-82DF-9C9C-242AD785F51C}"/>
          </ac:picMkLst>
        </pc:picChg>
      </pc:sldChg>
      <pc:sldChg chg="addSp modSp new mod modShow">
        <pc:chgData name="Ai Van" userId="a25a9d50-ca35-484a-bf75-d54b15bbb2bf" providerId="ADAL" clId="{A0D6C915-9BC7-C04C-BDA9-C76CAE728572}" dt="2024-02-25T08:30:04.081" v="951" actId="729"/>
        <pc:sldMkLst>
          <pc:docMk/>
          <pc:sldMk cId="3775547073" sldId="299"/>
        </pc:sldMkLst>
        <pc:spChg chg="mod">
          <ac:chgData name="Ai Van" userId="a25a9d50-ca35-484a-bf75-d54b15bbb2bf" providerId="ADAL" clId="{A0D6C915-9BC7-C04C-BDA9-C76CAE728572}" dt="2024-02-24T16:03:20.489" v="167" actId="207"/>
          <ac:spMkLst>
            <pc:docMk/>
            <pc:sldMk cId="3775547073" sldId="299"/>
            <ac:spMk id="2" creationId="{59A18E0F-02FE-DE13-84F6-5734B8B1A3C9}"/>
          </ac:spMkLst>
        </pc:spChg>
        <pc:spChg chg="mod">
          <ac:chgData name="Ai Van" userId="a25a9d50-ca35-484a-bf75-d54b15bbb2bf" providerId="ADAL" clId="{A0D6C915-9BC7-C04C-BDA9-C76CAE728572}" dt="2024-02-24T16:03:28.303" v="169" actId="113"/>
          <ac:spMkLst>
            <pc:docMk/>
            <pc:sldMk cId="3775547073" sldId="299"/>
            <ac:spMk id="3" creationId="{621624F8-7D0F-B008-17D9-BA66071BBC96}"/>
          </ac:spMkLst>
        </pc:spChg>
        <pc:picChg chg="add mod">
          <ac:chgData name="Ai Van" userId="a25a9d50-ca35-484a-bf75-d54b15bbb2bf" providerId="ADAL" clId="{A0D6C915-9BC7-C04C-BDA9-C76CAE728572}" dt="2024-02-24T16:04:54.801" v="189" actId="1038"/>
          <ac:picMkLst>
            <pc:docMk/>
            <pc:sldMk cId="3775547073" sldId="299"/>
            <ac:picMk id="4" creationId="{FE957840-C47B-1DB6-9A1E-15128B03E07A}"/>
          </ac:picMkLst>
        </pc:picChg>
      </pc:sldChg>
      <pc:sldChg chg="addSp delSp modSp new mod modShow">
        <pc:chgData name="Ai Van" userId="a25a9d50-ca35-484a-bf75-d54b15bbb2bf" providerId="ADAL" clId="{A0D6C915-9BC7-C04C-BDA9-C76CAE728572}" dt="2024-02-25T08:30:08.772" v="952" actId="729"/>
        <pc:sldMkLst>
          <pc:docMk/>
          <pc:sldMk cId="1533772755" sldId="300"/>
        </pc:sldMkLst>
        <pc:spChg chg="del">
          <ac:chgData name="Ai Van" userId="a25a9d50-ca35-484a-bf75-d54b15bbb2bf" providerId="ADAL" clId="{A0D6C915-9BC7-C04C-BDA9-C76CAE728572}" dt="2024-02-24T16:05:56.612" v="191" actId="478"/>
          <ac:spMkLst>
            <pc:docMk/>
            <pc:sldMk cId="1533772755" sldId="300"/>
            <ac:spMk id="2" creationId="{D744848B-2E36-39FA-C2CC-0D9E3898F6E4}"/>
          </ac:spMkLst>
        </pc:spChg>
        <pc:spChg chg="del">
          <ac:chgData name="Ai Van" userId="a25a9d50-ca35-484a-bf75-d54b15bbb2bf" providerId="ADAL" clId="{A0D6C915-9BC7-C04C-BDA9-C76CAE728572}" dt="2024-02-24T16:05:58.938" v="192" actId="478"/>
          <ac:spMkLst>
            <pc:docMk/>
            <pc:sldMk cId="1533772755" sldId="300"/>
            <ac:spMk id="3" creationId="{9B8EB158-237C-527A-9159-6F2BE1E9A3D9}"/>
          </ac:spMkLst>
        </pc:spChg>
        <pc:spChg chg="add mod">
          <ac:chgData name="Ai Van" userId="a25a9d50-ca35-484a-bf75-d54b15bbb2bf" providerId="ADAL" clId="{A0D6C915-9BC7-C04C-BDA9-C76CAE728572}" dt="2024-02-24T16:09:53.187" v="253" actId="20577"/>
          <ac:spMkLst>
            <pc:docMk/>
            <pc:sldMk cId="1533772755" sldId="300"/>
            <ac:spMk id="6" creationId="{200153D6-3FD7-B5CC-BCCF-1311A4A4128D}"/>
          </ac:spMkLst>
        </pc:spChg>
        <pc:spChg chg="add mod">
          <ac:chgData name="Ai Van" userId="a25a9d50-ca35-484a-bf75-d54b15bbb2bf" providerId="ADAL" clId="{A0D6C915-9BC7-C04C-BDA9-C76CAE728572}" dt="2024-02-24T16:11:00.708" v="270" actId="255"/>
          <ac:spMkLst>
            <pc:docMk/>
            <pc:sldMk cId="1533772755" sldId="300"/>
            <ac:spMk id="8" creationId="{3085C087-0177-C98E-AE55-74BDD8DF99E2}"/>
          </ac:spMkLst>
        </pc:spChg>
        <pc:picChg chg="add mod">
          <ac:chgData name="Ai Van" userId="a25a9d50-ca35-484a-bf75-d54b15bbb2bf" providerId="ADAL" clId="{A0D6C915-9BC7-C04C-BDA9-C76CAE728572}" dt="2024-02-24T16:07:44.855" v="238" actId="1035"/>
          <ac:picMkLst>
            <pc:docMk/>
            <pc:sldMk cId="1533772755" sldId="300"/>
            <ac:picMk id="4" creationId="{887472E9-2BCF-B81E-F878-3A2FFF1E372C}"/>
          </ac:picMkLst>
        </pc:picChg>
        <pc:picChg chg="add del mod">
          <ac:chgData name="Ai Van" userId="a25a9d50-ca35-484a-bf75-d54b15bbb2bf" providerId="ADAL" clId="{A0D6C915-9BC7-C04C-BDA9-C76CAE728572}" dt="2024-02-24T16:08:46.846" v="242" actId="478"/>
          <ac:picMkLst>
            <pc:docMk/>
            <pc:sldMk cId="1533772755" sldId="300"/>
            <ac:picMk id="7" creationId="{6D2816AF-41A7-C4D0-6250-EC77F615E8C1}"/>
          </ac:picMkLst>
        </pc:picChg>
        <pc:picChg chg="add del mod">
          <ac:chgData name="Ai Van" userId="a25a9d50-ca35-484a-bf75-d54b15bbb2bf" providerId="ADAL" clId="{A0D6C915-9BC7-C04C-BDA9-C76CAE728572}" dt="2024-02-24T16:11:15.820" v="272" actId="478"/>
          <ac:picMkLst>
            <pc:docMk/>
            <pc:sldMk cId="1533772755" sldId="300"/>
            <ac:picMk id="9" creationId="{2A31BC12-4009-4259-7FC2-6086CD59E6E1}"/>
          </ac:picMkLst>
        </pc:picChg>
        <pc:picChg chg="add mod">
          <ac:chgData name="Ai Van" userId="a25a9d50-ca35-484a-bf75-d54b15bbb2bf" providerId="ADAL" clId="{A0D6C915-9BC7-C04C-BDA9-C76CAE728572}" dt="2024-02-24T16:12:01.147" v="276" actId="1076"/>
          <ac:picMkLst>
            <pc:docMk/>
            <pc:sldMk cId="1533772755" sldId="300"/>
            <ac:picMk id="10" creationId="{CEF70E31-1930-25D1-6ECB-B78EADE4CF54}"/>
          </ac:picMkLst>
        </pc:picChg>
      </pc:sldChg>
      <pc:sldChg chg="addSp delSp modSp new del mod">
        <pc:chgData name="Ai Van" userId="a25a9d50-ca35-484a-bf75-d54b15bbb2bf" providerId="ADAL" clId="{A0D6C915-9BC7-C04C-BDA9-C76CAE728572}" dt="2024-02-24T16:23:03.853" v="283" actId="2696"/>
        <pc:sldMkLst>
          <pc:docMk/>
          <pc:sldMk cId="1093824446" sldId="301"/>
        </pc:sldMkLst>
        <pc:spChg chg="del">
          <ac:chgData name="Ai Van" userId="a25a9d50-ca35-484a-bf75-d54b15bbb2bf" providerId="ADAL" clId="{A0D6C915-9BC7-C04C-BDA9-C76CAE728572}" dt="2024-02-24T16:21:25.529" v="279" actId="478"/>
          <ac:spMkLst>
            <pc:docMk/>
            <pc:sldMk cId="1093824446" sldId="301"/>
            <ac:spMk id="2" creationId="{A374EC92-69A8-DBCF-D71A-4D1AB69F5777}"/>
          </ac:spMkLst>
        </pc:spChg>
        <pc:spChg chg="del">
          <ac:chgData name="Ai Van" userId="a25a9d50-ca35-484a-bf75-d54b15bbb2bf" providerId="ADAL" clId="{A0D6C915-9BC7-C04C-BDA9-C76CAE728572}" dt="2024-02-24T16:20:38.632" v="278"/>
          <ac:spMkLst>
            <pc:docMk/>
            <pc:sldMk cId="1093824446" sldId="301"/>
            <ac:spMk id="3" creationId="{BE74407B-8EB4-7312-730D-2EDE03384DC1}"/>
          </ac:spMkLst>
        </pc:spChg>
        <pc:picChg chg="add mod">
          <ac:chgData name="Ai Van" userId="a25a9d50-ca35-484a-bf75-d54b15bbb2bf" providerId="ADAL" clId="{A0D6C915-9BC7-C04C-BDA9-C76CAE728572}" dt="2024-02-24T16:21:43.365" v="282" actId="1076"/>
          <ac:picMkLst>
            <pc:docMk/>
            <pc:sldMk cId="1093824446" sldId="301"/>
            <ac:picMk id="4" creationId="{FE5D946F-3219-0659-F035-0C03EE1472B9}"/>
          </ac:picMkLst>
        </pc:picChg>
      </pc:sldChg>
      <pc:sldChg chg="new del">
        <pc:chgData name="Ai Van" userId="a25a9d50-ca35-484a-bf75-d54b15bbb2bf" providerId="ADAL" clId="{A0D6C915-9BC7-C04C-BDA9-C76CAE728572}" dt="2024-02-24T16:23:22.466" v="286" actId="2696"/>
        <pc:sldMkLst>
          <pc:docMk/>
          <pc:sldMk cId="1641337944" sldId="301"/>
        </pc:sldMkLst>
      </pc:sldChg>
      <pc:sldChg chg="addSp delSp modSp add mod">
        <pc:chgData name="Ai Van" userId="a25a9d50-ca35-484a-bf75-d54b15bbb2bf" providerId="ADAL" clId="{A0D6C915-9BC7-C04C-BDA9-C76CAE728572}" dt="2024-02-24T16:25:38.219" v="293" actId="21"/>
        <pc:sldMkLst>
          <pc:docMk/>
          <pc:sldMk cId="1609667954" sldId="302"/>
        </pc:sldMkLst>
        <pc:picChg chg="add mod">
          <ac:chgData name="Ai Van" userId="a25a9d50-ca35-484a-bf75-d54b15bbb2bf" providerId="ADAL" clId="{A0D6C915-9BC7-C04C-BDA9-C76CAE728572}" dt="2024-02-24T16:24:10.003" v="289" actId="1076"/>
          <ac:picMkLst>
            <pc:docMk/>
            <pc:sldMk cId="1609667954" sldId="302"/>
            <ac:picMk id="2" creationId="{37BFED70-6140-152B-83A9-B79131BA4E10}"/>
          </ac:picMkLst>
        </pc:picChg>
        <pc:picChg chg="add del mod">
          <ac:chgData name="Ai Van" userId="a25a9d50-ca35-484a-bf75-d54b15bbb2bf" providerId="ADAL" clId="{A0D6C915-9BC7-C04C-BDA9-C76CAE728572}" dt="2024-02-24T16:25:38.219" v="293" actId="21"/>
          <ac:picMkLst>
            <pc:docMk/>
            <pc:sldMk cId="1609667954" sldId="302"/>
            <ac:picMk id="3" creationId="{06824FFC-6F08-8877-9C22-FB8CCD1EDFD6}"/>
          </ac:picMkLst>
        </pc:picChg>
        <pc:picChg chg="mod">
          <ac:chgData name="Ai Van" userId="a25a9d50-ca35-484a-bf75-d54b15bbb2bf" providerId="ADAL" clId="{A0D6C915-9BC7-C04C-BDA9-C76CAE728572}" dt="2024-02-24T16:24:04.715" v="287" actId="1076"/>
          <ac:picMkLst>
            <pc:docMk/>
            <pc:sldMk cId="1609667954" sldId="302"/>
            <ac:picMk id="4" creationId="{FE5D946F-3219-0659-F035-0C03EE1472B9}"/>
          </ac:picMkLst>
        </pc:picChg>
      </pc:sldChg>
      <pc:sldChg chg="addSp delSp modSp new mod">
        <pc:chgData name="Ai Van" userId="a25a9d50-ca35-484a-bf75-d54b15bbb2bf" providerId="ADAL" clId="{A0D6C915-9BC7-C04C-BDA9-C76CAE728572}" dt="2024-02-27T06:14:40.609" v="1001" actId="14100"/>
        <pc:sldMkLst>
          <pc:docMk/>
          <pc:sldMk cId="1501238013" sldId="303"/>
        </pc:sldMkLst>
        <pc:spChg chg="del">
          <ac:chgData name="Ai Van" userId="a25a9d50-ca35-484a-bf75-d54b15bbb2bf" providerId="ADAL" clId="{A0D6C915-9BC7-C04C-BDA9-C76CAE728572}" dt="2024-02-24T16:25:48.676" v="296" actId="478"/>
          <ac:spMkLst>
            <pc:docMk/>
            <pc:sldMk cId="1501238013" sldId="303"/>
            <ac:spMk id="2" creationId="{209C0A21-C6C8-097C-087B-A4BBEBE85807}"/>
          </ac:spMkLst>
        </pc:spChg>
        <pc:spChg chg="del">
          <ac:chgData name="Ai Van" userId="a25a9d50-ca35-484a-bf75-d54b15bbb2bf" providerId="ADAL" clId="{A0D6C915-9BC7-C04C-BDA9-C76CAE728572}" dt="2024-02-24T16:25:43.762" v="294"/>
          <ac:spMkLst>
            <pc:docMk/>
            <pc:sldMk cId="1501238013" sldId="303"/>
            <ac:spMk id="3" creationId="{187DBFEC-2C9B-D0C7-10FE-DA4A23B70C8F}"/>
          </ac:spMkLst>
        </pc:spChg>
        <pc:picChg chg="add mod">
          <ac:chgData name="Ai Van" userId="a25a9d50-ca35-484a-bf75-d54b15bbb2bf" providerId="ADAL" clId="{A0D6C915-9BC7-C04C-BDA9-C76CAE728572}" dt="2024-02-27T06:14:40.609" v="1001" actId="14100"/>
          <ac:picMkLst>
            <pc:docMk/>
            <pc:sldMk cId="1501238013" sldId="303"/>
            <ac:picMk id="4" creationId="{60CAD08B-11F6-1F01-F75F-8CFB5F5076E2}"/>
          </ac:picMkLst>
        </pc:picChg>
      </pc:sldChg>
      <pc:sldChg chg="add">
        <pc:chgData name="Ai Van" userId="a25a9d50-ca35-484a-bf75-d54b15bbb2bf" providerId="ADAL" clId="{A0D6C915-9BC7-C04C-BDA9-C76CAE728572}" dt="2024-02-25T03:14:38.987" v="949"/>
        <pc:sldMkLst>
          <pc:docMk/>
          <pc:sldMk cId="290935854" sldId="304"/>
        </pc:sldMkLst>
      </pc:sldChg>
      <pc:sldChg chg="addSp delSp modSp new del mod">
        <pc:chgData name="Ai Van" userId="a25a9d50-ca35-484a-bf75-d54b15bbb2bf" providerId="ADAL" clId="{A0D6C915-9BC7-C04C-BDA9-C76CAE728572}" dt="2024-02-25T03:13:13.196" v="947" actId="2696"/>
        <pc:sldMkLst>
          <pc:docMk/>
          <pc:sldMk cId="2185806274" sldId="304"/>
        </pc:sldMkLst>
        <pc:spChg chg="del">
          <ac:chgData name="Ai Van" userId="a25a9d50-ca35-484a-bf75-d54b15bbb2bf" providerId="ADAL" clId="{A0D6C915-9BC7-C04C-BDA9-C76CAE728572}" dt="2024-02-24T16:30:56.566" v="302" actId="478"/>
          <ac:spMkLst>
            <pc:docMk/>
            <pc:sldMk cId="2185806274" sldId="304"/>
            <ac:spMk id="2" creationId="{B5B2DE83-7F4D-753A-EA02-2AD982F927B1}"/>
          </ac:spMkLst>
        </pc:spChg>
        <pc:spChg chg="mod">
          <ac:chgData name="Ai Van" userId="a25a9d50-ca35-484a-bf75-d54b15bbb2bf" providerId="ADAL" clId="{A0D6C915-9BC7-C04C-BDA9-C76CAE728572}" dt="2024-02-24T16:32:30.588" v="335" actId="1076"/>
          <ac:spMkLst>
            <pc:docMk/>
            <pc:sldMk cId="2185806274" sldId="304"/>
            <ac:spMk id="3" creationId="{E32D9FBE-BD6C-3796-796E-6F9C05B21A7B}"/>
          </ac:spMkLst>
        </pc:spChg>
        <pc:picChg chg="add mod">
          <ac:chgData name="Ai Van" userId="a25a9d50-ca35-484a-bf75-d54b15bbb2bf" providerId="ADAL" clId="{A0D6C915-9BC7-C04C-BDA9-C76CAE728572}" dt="2024-02-24T16:32:32.733" v="336" actId="1076"/>
          <ac:picMkLst>
            <pc:docMk/>
            <pc:sldMk cId="2185806274" sldId="304"/>
            <ac:picMk id="4" creationId="{723A854B-842D-BD34-D9EC-3AA075C20BCF}"/>
          </ac:picMkLst>
        </pc:picChg>
        <pc:picChg chg="add mod">
          <ac:chgData name="Ai Van" userId="a25a9d50-ca35-484a-bf75-d54b15bbb2bf" providerId="ADAL" clId="{A0D6C915-9BC7-C04C-BDA9-C76CAE728572}" dt="2024-02-25T02:57:07.722" v="530" actId="1036"/>
          <ac:picMkLst>
            <pc:docMk/>
            <pc:sldMk cId="2185806274" sldId="304"/>
            <ac:picMk id="5" creationId="{1E82123C-D60E-D9AC-6DD6-27851695CC51}"/>
          </ac:picMkLst>
        </pc:picChg>
      </pc:sldChg>
      <pc:sldChg chg="addSp delSp modSp new del mod">
        <pc:chgData name="Ai Van" userId="a25a9d50-ca35-484a-bf75-d54b15bbb2bf" providerId="ADAL" clId="{A0D6C915-9BC7-C04C-BDA9-C76CAE728572}" dt="2024-02-25T03:13:13.196" v="947" actId="2696"/>
        <pc:sldMkLst>
          <pc:docMk/>
          <pc:sldMk cId="2209143728" sldId="305"/>
        </pc:sldMkLst>
        <pc:spChg chg="del">
          <ac:chgData name="Ai Van" userId="a25a9d50-ca35-484a-bf75-d54b15bbb2bf" providerId="ADAL" clId="{A0D6C915-9BC7-C04C-BDA9-C76CAE728572}" dt="2024-02-24T16:34:07.099" v="354" actId="478"/>
          <ac:spMkLst>
            <pc:docMk/>
            <pc:sldMk cId="2209143728" sldId="305"/>
            <ac:spMk id="2" creationId="{676ADEE9-867A-2AD0-4251-4278B3D6810B}"/>
          </ac:spMkLst>
        </pc:spChg>
        <pc:spChg chg="mod">
          <ac:chgData name="Ai Van" userId="a25a9d50-ca35-484a-bf75-d54b15bbb2bf" providerId="ADAL" clId="{A0D6C915-9BC7-C04C-BDA9-C76CAE728572}" dt="2024-02-24T16:34:10.542" v="355" actId="1076"/>
          <ac:spMkLst>
            <pc:docMk/>
            <pc:sldMk cId="2209143728" sldId="305"/>
            <ac:spMk id="3" creationId="{550920A8-E686-147D-535B-0619D48EF7FD}"/>
          </ac:spMkLst>
        </pc:spChg>
        <pc:picChg chg="add mod">
          <ac:chgData name="Ai Van" userId="a25a9d50-ca35-484a-bf75-d54b15bbb2bf" providerId="ADAL" clId="{A0D6C915-9BC7-C04C-BDA9-C76CAE728572}" dt="2024-02-24T16:34:14.611" v="356" actId="1076"/>
          <ac:picMkLst>
            <pc:docMk/>
            <pc:sldMk cId="2209143728" sldId="305"/>
            <ac:picMk id="4" creationId="{64CA9BF6-FE4E-EF6E-6E06-2BFAAEA421A4}"/>
          </ac:picMkLst>
        </pc:picChg>
        <pc:picChg chg="add mod">
          <ac:chgData name="Ai Van" userId="a25a9d50-ca35-484a-bf75-d54b15bbb2bf" providerId="ADAL" clId="{A0D6C915-9BC7-C04C-BDA9-C76CAE728572}" dt="2024-02-24T16:34:51.748" v="369" actId="1038"/>
          <ac:picMkLst>
            <pc:docMk/>
            <pc:sldMk cId="2209143728" sldId="305"/>
            <ac:picMk id="5" creationId="{59BDE523-9E29-6894-5C85-145440F0FC8C}"/>
          </ac:picMkLst>
        </pc:picChg>
      </pc:sldChg>
      <pc:sldChg chg="add">
        <pc:chgData name="Ai Van" userId="a25a9d50-ca35-484a-bf75-d54b15bbb2bf" providerId="ADAL" clId="{A0D6C915-9BC7-C04C-BDA9-C76CAE728572}" dt="2024-02-25T03:14:38.987" v="949"/>
        <pc:sldMkLst>
          <pc:docMk/>
          <pc:sldMk cId="2798400544" sldId="305"/>
        </pc:sldMkLst>
      </pc:sldChg>
      <pc:sldChg chg="addSp delSp modSp new del mod">
        <pc:chgData name="Ai Van" userId="a25a9d50-ca35-484a-bf75-d54b15bbb2bf" providerId="ADAL" clId="{A0D6C915-9BC7-C04C-BDA9-C76CAE728572}" dt="2024-02-25T03:13:13.196" v="947" actId="2696"/>
        <pc:sldMkLst>
          <pc:docMk/>
          <pc:sldMk cId="1106243465" sldId="306"/>
        </pc:sldMkLst>
        <pc:spChg chg="del">
          <ac:chgData name="Ai Van" userId="a25a9d50-ca35-484a-bf75-d54b15bbb2bf" providerId="ADAL" clId="{A0D6C915-9BC7-C04C-BDA9-C76CAE728572}" dt="2024-02-24T16:50:23.345" v="371" actId="478"/>
          <ac:spMkLst>
            <pc:docMk/>
            <pc:sldMk cId="1106243465" sldId="306"/>
            <ac:spMk id="2" creationId="{B538236B-4D5C-B2E9-3657-48EEC201D20D}"/>
          </ac:spMkLst>
        </pc:spChg>
        <pc:spChg chg="mod">
          <ac:chgData name="Ai Van" userId="a25a9d50-ca35-484a-bf75-d54b15bbb2bf" providerId="ADAL" clId="{A0D6C915-9BC7-C04C-BDA9-C76CAE728572}" dt="2024-02-24T16:56:31.996" v="467" actId="20577"/>
          <ac:spMkLst>
            <pc:docMk/>
            <pc:sldMk cId="1106243465" sldId="306"/>
            <ac:spMk id="3" creationId="{F806AB0C-0A55-90D0-0058-829DC4AD1D10}"/>
          </ac:spMkLst>
        </pc:spChg>
        <pc:spChg chg="add mod">
          <ac:chgData name="Ai Van" userId="a25a9d50-ca35-484a-bf75-d54b15bbb2bf" providerId="ADAL" clId="{A0D6C915-9BC7-C04C-BDA9-C76CAE728572}" dt="2024-02-24T16:52:06.933" v="382" actId="14100"/>
          <ac:spMkLst>
            <pc:docMk/>
            <pc:sldMk cId="1106243465" sldId="306"/>
            <ac:spMk id="4" creationId="{186AF229-F279-EFEF-3AAE-9ECAE8B2CBA4}"/>
          </ac:spMkLst>
        </pc:spChg>
      </pc:sldChg>
      <pc:sldChg chg="add">
        <pc:chgData name="Ai Van" userId="a25a9d50-ca35-484a-bf75-d54b15bbb2bf" providerId="ADAL" clId="{A0D6C915-9BC7-C04C-BDA9-C76CAE728572}" dt="2024-02-25T03:14:38.987" v="949"/>
        <pc:sldMkLst>
          <pc:docMk/>
          <pc:sldMk cId="2802900828" sldId="306"/>
        </pc:sldMkLst>
      </pc:sldChg>
      <pc:sldChg chg="addSp delSp modSp new del mod">
        <pc:chgData name="Ai Van" userId="a25a9d50-ca35-484a-bf75-d54b15bbb2bf" providerId="ADAL" clId="{A0D6C915-9BC7-C04C-BDA9-C76CAE728572}" dt="2024-02-25T03:13:13.196" v="947" actId="2696"/>
        <pc:sldMkLst>
          <pc:docMk/>
          <pc:sldMk cId="1667008472" sldId="307"/>
        </pc:sldMkLst>
        <pc:spChg chg="del">
          <ac:chgData name="Ai Van" userId="a25a9d50-ca35-484a-bf75-d54b15bbb2bf" providerId="ADAL" clId="{A0D6C915-9BC7-C04C-BDA9-C76CAE728572}" dt="2024-02-24T16:57:27.244" v="469" actId="478"/>
          <ac:spMkLst>
            <pc:docMk/>
            <pc:sldMk cId="1667008472" sldId="307"/>
            <ac:spMk id="2" creationId="{4DE5E9DE-B6AD-85AC-8E1C-41C43AF5B4F5}"/>
          </ac:spMkLst>
        </pc:spChg>
        <pc:spChg chg="mod">
          <ac:chgData name="Ai Van" userId="a25a9d50-ca35-484a-bf75-d54b15bbb2bf" providerId="ADAL" clId="{A0D6C915-9BC7-C04C-BDA9-C76CAE728572}" dt="2024-02-25T02:56:08.144" v="519" actId="20577"/>
          <ac:spMkLst>
            <pc:docMk/>
            <pc:sldMk cId="1667008472" sldId="307"/>
            <ac:spMk id="3" creationId="{9C1E0399-42A2-6ECC-3F46-C9C522A98C22}"/>
          </ac:spMkLst>
        </pc:spChg>
        <pc:picChg chg="add mod">
          <ac:chgData name="Ai Van" userId="a25a9d50-ca35-484a-bf75-d54b15bbb2bf" providerId="ADAL" clId="{A0D6C915-9BC7-C04C-BDA9-C76CAE728572}" dt="2024-02-25T02:56:15.498" v="520" actId="14100"/>
          <ac:picMkLst>
            <pc:docMk/>
            <pc:sldMk cId="1667008472" sldId="307"/>
            <ac:picMk id="4" creationId="{207A7B66-D42F-0940-0EFC-B1DBD54580B0}"/>
          </ac:picMkLst>
        </pc:picChg>
      </pc:sldChg>
      <pc:sldChg chg="add">
        <pc:chgData name="Ai Van" userId="a25a9d50-ca35-484a-bf75-d54b15bbb2bf" providerId="ADAL" clId="{A0D6C915-9BC7-C04C-BDA9-C76CAE728572}" dt="2024-02-25T03:14:38.987" v="949"/>
        <pc:sldMkLst>
          <pc:docMk/>
          <pc:sldMk cId="2237198333" sldId="307"/>
        </pc:sldMkLst>
      </pc:sldChg>
      <pc:sldChg chg="addSp delSp modSp new mod">
        <pc:chgData name="Ai Van" userId="a25a9d50-ca35-484a-bf75-d54b15bbb2bf" providerId="ADAL" clId="{A0D6C915-9BC7-C04C-BDA9-C76CAE728572}" dt="2024-02-25T03:07:02.789" v="770" actId="20577"/>
        <pc:sldMkLst>
          <pc:docMk/>
          <pc:sldMk cId="2585729729" sldId="308"/>
        </pc:sldMkLst>
        <pc:spChg chg="del">
          <ac:chgData name="Ai Van" userId="a25a9d50-ca35-484a-bf75-d54b15bbb2bf" providerId="ADAL" clId="{A0D6C915-9BC7-C04C-BDA9-C76CAE728572}" dt="2024-02-25T02:59:20.592" v="532" actId="478"/>
          <ac:spMkLst>
            <pc:docMk/>
            <pc:sldMk cId="2585729729" sldId="308"/>
            <ac:spMk id="2" creationId="{4F8605FA-2792-0E08-B976-97F3C04270D6}"/>
          </ac:spMkLst>
        </pc:spChg>
        <pc:spChg chg="mod">
          <ac:chgData name="Ai Van" userId="a25a9d50-ca35-484a-bf75-d54b15bbb2bf" providerId="ADAL" clId="{A0D6C915-9BC7-C04C-BDA9-C76CAE728572}" dt="2024-02-25T03:07:02.789" v="770" actId="20577"/>
          <ac:spMkLst>
            <pc:docMk/>
            <pc:sldMk cId="2585729729" sldId="308"/>
            <ac:spMk id="3" creationId="{E33C31A6-3F3F-E9FE-06DE-99995EED076E}"/>
          </ac:spMkLst>
        </pc:spChg>
        <pc:picChg chg="add mod">
          <ac:chgData name="Ai Van" userId="a25a9d50-ca35-484a-bf75-d54b15bbb2bf" providerId="ADAL" clId="{A0D6C915-9BC7-C04C-BDA9-C76CAE728572}" dt="2024-02-25T03:06:31.325" v="757" actId="14100"/>
          <ac:picMkLst>
            <pc:docMk/>
            <pc:sldMk cId="2585729729" sldId="308"/>
            <ac:picMk id="4" creationId="{CD9FA496-6416-AEAD-F3EB-E074C8A1A2FE}"/>
          </ac:picMkLst>
        </pc:picChg>
        <pc:picChg chg="add mod">
          <ac:chgData name="Ai Van" userId="a25a9d50-ca35-484a-bf75-d54b15bbb2bf" providerId="ADAL" clId="{A0D6C915-9BC7-C04C-BDA9-C76CAE728572}" dt="2024-02-25T03:04:57.890" v="711" actId="1076"/>
          <ac:picMkLst>
            <pc:docMk/>
            <pc:sldMk cId="2585729729" sldId="308"/>
            <ac:picMk id="5" creationId="{2EAE1551-CADA-BE15-C2B0-3B6CD69B2302}"/>
          </ac:picMkLst>
        </pc:picChg>
      </pc:sldChg>
      <pc:sldChg chg="addSp delSp modSp new mod">
        <pc:chgData name="Ai Van" userId="a25a9d50-ca35-484a-bf75-d54b15bbb2bf" providerId="ADAL" clId="{A0D6C915-9BC7-C04C-BDA9-C76CAE728572}" dt="2024-02-25T03:07:41.792" v="775" actId="1076"/>
        <pc:sldMkLst>
          <pc:docMk/>
          <pc:sldMk cId="3702210156" sldId="309"/>
        </pc:sldMkLst>
        <pc:spChg chg="del">
          <ac:chgData name="Ai Van" userId="a25a9d50-ca35-484a-bf75-d54b15bbb2bf" providerId="ADAL" clId="{A0D6C915-9BC7-C04C-BDA9-C76CAE728572}" dt="2024-02-25T03:07:34.898" v="772" actId="478"/>
          <ac:spMkLst>
            <pc:docMk/>
            <pc:sldMk cId="3702210156" sldId="309"/>
            <ac:spMk id="2" creationId="{C222EEDB-748B-4966-4279-770FE4B19688}"/>
          </ac:spMkLst>
        </pc:spChg>
        <pc:spChg chg="del">
          <ac:chgData name="Ai Van" userId="a25a9d50-ca35-484a-bf75-d54b15bbb2bf" providerId="ADAL" clId="{A0D6C915-9BC7-C04C-BDA9-C76CAE728572}" dt="2024-02-25T03:07:36.951" v="773" actId="478"/>
          <ac:spMkLst>
            <pc:docMk/>
            <pc:sldMk cId="3702210156" sldId="309"/>
            <ac:spMk id="3" creationId="{F135FDF8-608F-803E-43D9-A53D941E12FF}"/>
          </ac:spMkLst>
        </pc:spChg>
        <pc:picChg chg="add mod">
          <ac:chgData name="Ai Van" userId="a25a9d50-ca35-484a-bf75-d54b15bbb2bf" providerId="ADAL" clId="{A0D6C915-9BC7-C04C-BDA9-C76CAE728572}" dt="2024-02-25T03:07:41.792" v="775" actId="1076"/>
          <ac:picMkLst>
            <pc:docMk/>
            <pc:sldMk cId="3702210156" sldId="309"/>
            <ac:picMk id="4" creationId="{2DD00ED5-8A4D-1728-D5B4-E6E9F6887D90}"/>
          </ac:picMkLst>
        </pc:picChg>
      </pc:sldChg>
      <pc:sldChg chg="delSp modSp new mod">
        <pc:chgData name="Ai Van" userId="a25a9d50-ca35-484a-bf75-d54b15bbb2bf" providerId="ADAL" clId="{A0D6C915-9BC7-C04C-BDA9-C76CAE728572}" dt="2024-02-25T03:11:29.426" v="941" actId="20577"/>
        <pc:sldMkLst>
          <pc:docMk/>
          <pc:sldMk cId="2247118867" sldId="310"/>
        </pc:sldMkLst>
        <pc:spChg chg="del">
          <ac:chgData name="Ai Van" userId="a25a9d50-ca35-484a-bf75-d54b15bbb2bf" providerId="ADAL" clId="{A0D6C915-9BC7-C04C-BDA9-C76CAE728572}" dt="2024-02-25T03:09:29.674" v="777" actId="478"/>
          <ac:spMkLst>
            <pc:docMk/>
            <pc:sldMk cId="2247118867" sldId="310"/>
            <ac:spMk id="2" creationId="{DC00B278-07E8-11C7-7C97-F71F7511B4A7}"/>
          </ac:spMkLst>
        </pc:spChg>
        <pc:spChg chg="mod">
          <ac:chgData name="Ai Van" userId="a25a9d50-ca35-484a-bf75-d54b15bbb2bf" providerId="ADAL" clId="{A0D6C915-9BC7-C04C-BDA9-C76CAE728572}" dt="2024-02-25T03:11:29.426" v="941" actId="20577"/>
          <ac:spMkLst>
            <pc:docMk/>
            <pc:sldMk cId="2247118867" sldId="310"/>
            <ac:spMk id="3" creationId="{747B7BD6-E8AA-0133-3798-64F8589B28FA}"/>
          </ac:spMkLst>
        </pc:spChg>
      </pc:sldChg>
      <pc:sldChg chg="addSp delSp modSp new mod">
        <pc:chgData name="Ai Van" userId="a25a9d50-ca35-484a-bf75-d54b15bbb2bf" providerId="ADAL" clId="{A0D6C915-9BC7-C04C-BDA9-C76CAE728572}" dt="2024-02-25T03:12:24.333" v="946" actId="1076"/>
        <pc:sldMkLst>
          <pc:docMk/>
          <pc:sldMk cId="1837474666" sldId="311"/>
        </pc:sldMkLst>
        <pc:spChg chg="del">
          <ac:chgData name="Ai Van" userId="a25a9d50-ca35-484a-bf75-d54b15bbb2bf" providerId="ADAL" clId="{A0D6C915-9BC7-C04C-BDA9-C76CAE728572}" dt="2024-02-25T03:12:16.356" v="943" actId="478"/>
          <ac:spMkLst>
            <pc:docMk/>
            <pc:sldMk cId="1837474666" sldId="311"/>
            <ac:spMk id="2" creationId="{D04808AC-0754-CB65-176E-5DA801C14DE9}"/>
          </ac:spMkLst>
        </pc:spChg>
        <pc:spChg chg="del mod">
          <ac:chgData name="Ai Van" userId="a25a9d50-ca35-484a-bf75-d54b15bbb2bf" providerId="ADAL" clId="{A0D6C915-9BC7-C04C-BDA9-C76CAE728572}" dt="2024-02-25T03:12:21.035" v="945"/>
          <ac:spMkLst>
            <pc:docMk/>
            <pc:sldMk cId="1837474666" sldId="311"/>
            <ac:spMk id="3" creationId="{EA7D249E-EEE5-0ED8-904B-F88C56BC7EB4}"/>
          </ac:spMkLst>
        </pc:spChg>
        <pc:picChg chg="add mod">
          <ac:chgData name="Ai Van" userId="a25a9d50-ca35-484a-bf75-d54b15bbb2bf" providerId="ADAL" clId="{A0D6C915-9BC7-C04C-BDA9-C76CAE728572}" dt="2024-02-25T03:12:24.333" v="946" actId="1076"/>
          <ac:picMkLst>
            <pc:docMk/>
            <pc:sldMk cId="1837474666" sldId="311"/>
            <ac:picMk id="4" creationId="{B36FCC13-FD4F-C317-6ED6-604F2A6CE908}"/>
          </ac:picMkLst>
        </pc:picChg>
      </pc:sldChg>
      <pc:sldChg chg="addSp delSp modSp new mod">
        <pc:chgData name="Ai Van" userId="a25a9d50-ca35-484a-bf75-d54b15bbb2bf" providerId="ADAL" clId="{A0D6C915-9BC7-C04C-BDA9-C76CAE728572}" dt="2024-02-25T09:50:24.921" v="999" actId="113"/>
        <pc:sldMkLst>
          <pc:docMk/>
          <pc:sldMk cId="2610703974" sldId="312"/>
        </pc:sldMkLst>
        <pc:spChg chg="mod">
          <ac:chgData name="Ai Van" userId="a25a9d50-ca35-484a-bf75-d54b15bbb2bf" providerId="ADAL" clId="{A0D6C915-9BC7-C04C-BDA9-C76CAE728572}" dt="2024-02-25T09:35:45.362" v="997" actId="255"/>
          <ac:spMkLst>
            <pc:docMk/>
            <pc:sldMk cId="2610703974" sldId="312"/>
            <ac:spMk id="2" creationId="{A50F1BA3-F020-5566-7EEC-780493BF2A29}"/>
          </ac:spMkLst>
        </pc:spChg>
        <pc:spChg chg="del">
          <ac:chgData name="Ai Van" userId="a25a9d50-ca35-484a-bf75-d54b15bbb2bf" providerId="ADAL" clId="{A0D6C915-9BC7-C04C-BDA9-C76CAE728572}" dt="2024-02-25T09:33:40.609" v="982"/>
          <ac:spMkLst>
            <pc:docMk/>
            <pc:sldMk cId="2610703974" sldId="312"/>
            <ac:spMk id="3" creationId="{C0C61EEF-CC1F-7ED3-01DF-5A1B3CAE51B4}"/>
          </ac:spMkLst>
        </pc:spChg>
        <pc:spChg chg="add mod">
          <ac:chgData name="Ai Van" userId="a25a9d50-ca35-484a-bf75-d54b15bbb2bf" providerId="ADAL" clId="{A0D6C915-9BC7-C04C-BDA9-C76CAE728572}" dt="2024-02-25T09:50:24.921" v="999" actId="113"/>
          <ac:spMkLst>
            <pc:docMk/>
            <pc:sldMk cId="2610703974" sldId="312"/>
            <ac:spMk id="5" creationId="{74CE63E4-8F99-E088-A512-6B2EC649BB64}"/>
          </ac:spMkLst>
        </pc:spChg>
        <pc:picChg chg="add mod">
          <ac:chgData name="Ai Van" userId="a25a9d50-ca35-484a-bf75-d54b15bbb2bf" providerId="ADAL" clId="{A0D6C915-9BC7-C04C-BDA9-C76CAE728572}" dt="2024-02-25T09:35:49.914" v="998" actId="1076"/>
          <ac:picMkLst>
            <pc:docMk/>
            <pc:sldMk cId="2610703974" sldId="312"/>
            <ac:picMk id="4" creationId="{76882EAA-9612-CA73-1AE0-9CA9C1F729B5}"/>
          </ac:picMkLst>
        </pc:picChg>
      </pc:sldChg>
      <pc:sldChg chg="new del">
        <pc:chgData name="Ai Van" userId="a25a9d50-ca35-484a-bf75-d54b15bbb2bf" providerId="ADAL" clId="{A0D6C915-9BC7-C04C-BDA9-C76CAE728572}" dt="2024-02-25T03:14:53.785" v="950" actId="2696"/>
        <pc:sldMkLst>
          <pc:docMk/>
          <pc:sldMk cId="2977488345" sldId="31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3744E75-79A7-41A9-82D0-D55AEEE37633}"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3421798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744E75-79A7-41A9-82D0-D55AEEE37633}"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4217143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744E75-79A7-41A9-82D0-D55AEEE37633}"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3649762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744E75-79A7-41A9-82D0-D55AEEE37633}" type="datetimeFigureOut">
              <a:rPr lang="en-US" smtClean="0"/>
              <a:t>2/27/24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3161132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744E75-79A7-41A9-82D0-D55AEEE37633}" type="datetimeFigureOut">
              <a:rPr lang="en-US" smtClean="0"/>
              <a:t>2/27/24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1979127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744E75-79A7-41A9-82D0-D55AEEE37633}" type="datetimeFigureOut">
              <a:rPr lang="en-US" smtClean="0"/>
              <a:t>2/27/24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3592658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744E75-79A7-41A9-82D0-D55AEEE37633}" type="datetimeFigureOut">
              <a:rPr lang="en-US" smtClean="0"/>
              <a:t>2/27/24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2601284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744E75-79A7-41A9-82D0-D55AEEE37633}" type="datetimeFigureOut">
              <a:rPr lang="en-US" smtClean="0"/>
              <a:t>2/27/24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835588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744E75-79A7-41A9-82D0-D55AEEE37633}" type="datetimeFigureOut">
              <a:rPr lang="en-US" smtClean="0"/>
              <a:t>2/27/24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1800580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744E75-79A7-41A9-82D0-D55AEEE37633}"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1819059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744E75-79A7-41A9-82D0-D55AEEE37633}" type="datetimeFigureOut">
              <a:rPr lang="en-US" smtClean="0"/>
              <a:t>2/27/24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30D078-0D1E-46B4-BB5A-5F12AB35F59E}" type="slidenum">
              <a:rPr lang="en-US" smtClean="0"/>
              <a:t>‹#›</a:t>
            </a:fld>
            <a:endParaRPr lang="en-US"/>
          </a:p>
        </p:txBody>
      </p:sp>
    </p:spTree>
    <p:extLst>
      <p:ext uri="{BB962C8B-B14F-4D97-AF65-F5344CB8AC3E}">
        <p14:creationId xmlns:p14="http://schemas.microsoft.com/office/powerpoint/2010/main" val="695344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744E75-79A7-41A9-82D0-D55AEEE37633}" type="datetimeFigureOut">
              <a:rPr lang="en-US" smtClean="0"/>
              <a:t>2/27/24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30D078-0D1E-46B4-BB5A-5F12AB35F59E}" type="slidenum">
              <a:rPr lang="en-US" smtClean="0"/>
              <a:t>‹#›</a:t>
            </a:fld>
            <a:endParaRPr lang="en-US"/>
          </a:p>
        </p:txBody>
      </p:sp>
    </p:spTree>
    <p:extLst>
      <p:ext uri="{BB962C8B-B14F-4D97-AF65-F5344CB8AC3E}">
        <p14:creationId xmlns:p14="http://schemas.microsoft.com/office/powerpoint/2010/main" val="647534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Chapter 1</a:t>
            </a:r>
            <a:br>
              <a:rPr lang="en-US" dirty="0"/>
            </a:br>
            <a:r>
              <a:rPr lang="en-US" sz="6000" b="1" dirty="0">
                <a:solidFill>
                  <a:schemeClr val="accent1"/>
                </a:solidFill>
              </a:rPr>
              <a:t>Propositional Logic</a:t>
            </a:r>
          </a:p>
        </p:txBody>
      </p:sp>
    </p:spTree>
    <p:extLst>
      <p:ext uri="{BB962C8B-B14F-4D97-AF65-F5344CB8AC3E}">
        <p14:creationId xmlns:p14="http://schemas.microsoft.com/office/powerpoint/2010/main" val="1635326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Propositional Logic</a:t>
            </a:r>
          </a:p>
        </p:txBody>
      </p:sp>
      <p:sp>
        <p:nvSpPr>
          <p:cNvPr id="3" name="Content Placeholder 2"/>
          <p:cNvSpPr>
            <a:spLocks noGrp="1"/>
          </p:cNvSpPr>
          <p:nvPr>
            <p:ph idx="1"/>
          </p:nvPr>
        </p:nvSpPr>
        <p:spPr/>
        <p:txBody>
          <a:bodyPr/>
          <a:lstStyle/>
          <a:p>
            <a:r>
              <a:rPr lang="en-US" dirty="0"/>
              <a:t>Logic contains rules and techniques to formalize statements, to make them precise.</a:t>
            </a:r>
          </a:p>
          <a:p>
            <a:endParaRPr lang="en-US" dirty="0"/>
          </a:p>
          <a:p>
            <a:r>
              <a:rPr lang="en-US" dirty="0"/>
              <a:t> Logic appears in different areas of computer science, such as programming, circuits, </a:t>
            </a:r>
            <a:r>
              <a:rPr lang="en-US" dirty="0" err="1"/>
              <a:t>articial</a:t>
            </a:r>
            <a:r>
              <a:rPr lang="en-US" dirty="0"/>
              <a:t> intelligence and databases.</a:t>
            </a:r>
          </a:p>
        </p:txBody>
      </p:sp>
    </p:spTree>
    <p:extLst>
      <p:ext uri="{BB962C8B-B14F-4D97-AF65-F5344CB8AC3E}">
        <p14:creationId xmlns:p14="http://schemas.microsoft.com/office/powerpoint/2010/main" val="29658714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5418"/>
            <a:ext cx="9199504" cy="2191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286000"/>
            <a:ext cx="6553200" cy="3929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6747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799"/>
            <a:ext cx="8839200" cy="6195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6835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8727141"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343400"/>
            <a:ext cx="4403103"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6151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8600"/>
            <a:ext cx="8686800" cy="496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215120"/>
            <a:ext cx="3314584" cy="728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2746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152400"/>
            <a:ext cx="8458201" cy="1717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870065"/>
            <a:ext cx="2819400" cy="2724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2201820"/>
            <a:ext cx="3124200" cy="2061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5410200"/>
            <a:ext cx="608274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337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FB2D-0223-1356-1A43-13D47EC6DEB0}"/>
              </a:ext>
            </a:extLst>
          </p:cNvPr>
          <p:cNvSpPr>
            <a:spLocks noGrp="1"/>
          </p:cNvSpPr>
          <p:nvPr>
            <p:ph type="title"/>
          </p:nvPr>
        </p:nvSpPr>
        <p:spPr>
          <a:xfrm>
            <a:off x="457200" y="4997"/>
            <a:ext cx="8229600" cy="1143000"/>
          </a:xfrm>
        </p:spPr>
        <p:txBody>
          <a:bodyPr/>
          <a:lstStyle/>
          <a:p>
            <a:r>
              <a:rPr lang="en-US" dirty="0">
                <a:solidFill>
                  <a:srgbClr val="00B0F0"/>
                </a:solidFill>
              </a:rPr>
              <a:t>Exclusive or</a:t>
            </a:r>
          </a:p>
        </p:txBody>
      </p:sp>
      <p:pic>
        <p:nvPicPr>
          <p:cNvPr id="4" name="Content Placeholder 3">
            <a:extLst>
              <a:ext uri="{FF2B5EF4-FFF2-40B4-BE49-F238E27FC236}">
                <a16:creationId xmlns:a16="http://schemas.microsoft.com/office/drawing/2014/main" id="{B48DC660-3088-82DF-9C9C-242AD785F51C}"/>
              </a:ext>
            </a:extLst>
          </p:cNvPr>
          <p:cNvPicPr>
            <a:picLocks noGrp="1" noChangeAspect="1"/>
          </p:cNvPicPr>
          <p:nvPr>
            <p:ph idx="1"/>
          </p:nvPr>
        </p:nvPicPr>
        <p:blipFill>
          <a:blip r:embed="rId2"/>
          <a:stretch>
            <a:fillRect/>
          </a:stretch>
        </p:blipFill>
        <p:spPr>
          <a:xfrm>
            <a:off x="2362200" y="1147997"/>
            <a:ext cx="4076700" cy="3378200"/>
          </a:xfrm>
          <a:prstGeom prst="rect">
            <a:avLst/>
          </a:prstGeom>
        </p:spPr>
      </p:pic>
      <p:sp>
        <p:nvSpPr>
          <p:cNvPr id="5" name="TextBox 4">
            <a:extLst>
              <a:ext uri="{FF2B5EF4-FFF2-40B4-BE49-F238E27FC236}">
                <a16:creationId xmlns:a16="http://schemas.microsoft.com/office/drawing/2014/main" id="{5CB7350C-2FB8-4F4C-4759-2A03293D8F24}"/>
              </a:ext>
            </a:extLst>
          </p:cNvPr>
          <p:cNvSpPr txBox="1"/>
          <p:nvPr/>
        </p:nvSpPr>
        <p:spPr>
          <a:xfrm>
            <a:off x="457200" y="4648200"/>
            <a:ext cx="8077200" cy="2092881"/>
          </a:xfrm>
          <a:prstGeom prst="rect">
            <a:avLst/>
          </a:prstGeom>
          <a:noFill/>
        </p:spPr>
        <p:txBody>
          <a:bodyPr wrap="square" rtlCol="0">
            <a:spAutoFit/>
          </a:bodyPr>
          <a:lstStyle/>
          <a:p>
            <a:r>
              <a:rPr lang="en-AU" sz="2800" b="1" dirty="0">
                <a:solidFill>
                  <a:srgbClr val="00B0F0"/>
                </a:solidFill>
                <a:effectLst/>
                <a:latin typeface="Times" pitchFamily="2" charset="0"/>
              </a:rPr>
              <a:t>Definition: </a:t>
            </a:r>
            <a:r>
              <a:rPr lang="en-AU" sz="2800" dirty="0">
                <a:effectLst/>
                <a:latin typeface="Times" pitchFamily="2" charset="0"/>
              </a:rPr>
              <a:t>Let </a:t>
            </a:r>
            <a:r>
              <a:rPr lang="en-AU" sz="2800" dirty="0">
                <a:effectLst/>
                <a:latin typeface="MTMI"/>
              </a:rPr>
              <a:t>p </a:t>
            </a:r>
            <a:r>
              <a:rPr lang="en-AU" sz="2800" dirty="0">
                <a:effectLst/>
                <a:latin typeface="Times" pitchFamily="2" charset="0"/>
              </a:rPr>
              <a:t>and </a:t>
            </a:r>
            <a:r>
              <a:rPr lang="en-AU" sz="2800" dirty="0">
                <a:effectLst/>
                <a:latin typeface="MTMI"/>
              </a:rPr>
              <a:t>q </a:t>
            </a:r>
            <a:r>
              <a:rPr lang="en-AU" sz="2800" dirty="0">
                <a:effectLst/>
                <a:latin typeface="Times" pitchFamily="2" charset="0"/>
              </a:rPr>
              <a:t>be propositions. The </a:t>
            </a:r>
            <a:r>
              <a:rPr lang="en-AU" sz="2800" b="1" i="1" dirty="0">
                <a:solidFill>
                  <a:srgbClr val="00B0F0"/>
                </a:solidFill>
                <a:effectLst/>
                <a:latin typeface="Times" pitchFamily="2" charset="0"/>
              </a:rPr>
              <a:t>exclusive or</a:t>
            </a:r>
            <a:r>
              <a:rPr lang="en-AU" sz="2800" i="1" dirty="0">
                <a:effectLst/>
                <a:latin typeface="Times" pitchFamily="2" charset="0"/>
              </a:rPr>
              <a:t> </a:t>
            </a:r>
            <a:r>
              <a:rPr lang="en-AU" sz="2800" dirty="0">
                <a:effectLst/>
                <a:latin typeface="Times" pitchFamily="2" charset="0"/>
              </a:rPr>
              <a:t>of </a:t>
            </a:r>
            <a:r>
              <a:rPr lang="en-AU" sz="2800" dirty="0">
                <a:effectLst/>
                <a:latin typeface="MTMI"/>
              </a:rPr>
              <a:t>p </a:t>
            </a:r>
            <a:r>
              <a:rPr lang="en-AU" sz="2800" dirty="0">
                <a:effectLst/>
                <a:latin typeface="Times" pitchFamily="2" charset="0"/>
              </a:rPr>
              <a:t>and </a:t>
            </a:r>
            <a:r>
              <a:rPr lang="en-AU" sz="2800" dirty="0">
                <a:effectLst/>
                <a:latin typeface="MTMI"/>
              </a:rPr>
              <a:t>q</a:t>
            </a:r>
            <a:r>
              <a:rPr lang="en-AU" sz="2800" dirty="0">
                <a:effectLst/>
                <a:latin typeface="Times" pitchFamily="2" charset="0"/>
              </a:rPr>
              <a:t>, denoted by </a:t>
            </a:r>
            <a:r>
              <a:rPr lang="en-AU" sz="2800" dirty="0">
                <a:effectLst/>
                <a:latin typeface="MTMI"/>
              </a:rPr>
              <a:t>p </a:t>
            </a:r>
            <a:r>
              <a:rPr lang="en-AU" sz="2800" dirty="0">
                <a:effectLst/>
                <a:latin typeface="MTSYN"/>
              </a:rPr>
              <a:t>⊕ </a:t>
            </a:r>
            <a:r>
              <a:rPr lang="en-AU" sz="2800" dirty="0">
                <a:effectLst/>
                <a:latin typeface="MTMI"/>
              </a:rPr>
              <a:t>q</a:t>
            </a:r>
            <a:r>
              <a:rPr lang="en-AU" sz="2800" dirty="0">
                <a:effectLst/>
                <a:latin typeface="Times" pitchFamily="2" charset="0"/>
              </a:rPr>
              <a:t>, is the proposition that is true when exactly one of </a:t>
            </a:r>
            <a:r>
              <a:rPr lang="en-AU" sz="2800" dirty="0">
                <a:effectLst/>
                <a:latin typeface="MTMI"/>
              </a:rPr>
              <a:t>p </a:t>
            </a:r>
            <a:r>
              <a:rPr lang="en-AU" sz="2800" dirty="0">
                <a:effectLst/>
                <a:latin typeface="Times" pitchFamily="2" charset="0"/>
              </a:rPr>
              <a:t>and </a:t>
            </a:r>
            <a:r>
              <a:rPr lang="en-AU" sz="2800" dirty="0">
                <a:effectLst/>
                <a:latin typeface="MTMI"/>
              </a:rPr>
              <a:t>q </a:t>
            </a:r>
            <a:r>
              <a:rPr lang="en-AU" sz="2800" dirty="0">
                <a:effectLst/>
                <a:latin typeface="Times" pitchFamily="2" charset="0"/>
              </a:rPr>
              <a:t>is true and is false otherwise. </a:t>
            </a:r>
            <a:endParaRPr lang="en-AU" sz="2800" dirty="0"/>
          </a:p>
          <a:p>
            <a:endParaRPr lang="en-US" dirty="0"/>
          </a:p>
        </p:txBody>
      </p:sp>
    </p:spTree>
    <p:extLst>
      <p:ext uri="{BB962C8B-B14F-4D97-AF65-F5344CB8AC3E}">
        <p14:creationId xmlns:p14="http://schemas.microsoft.com/office/powerpoint/2010/main" val="3248270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0"/>
            <a:ext cx="6400800" cy="6084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4570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647342"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363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04800"/>
            <a:ext cx="9028421"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90800"/>
            <a:ext cx="4572000" cy="3004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341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54149-5C7B-BC58-E18F-877DDCDD69AE}"/>
              </a:ext>
            </a:extLst>
          </p:cNvPr>
          <p:cNvSpPr>
            <a:spLocks noGrp="1"/>
          </p:cNvSpPr>
          <p:nvPr>
            <p:ph type="title"/>
          </p:nvPr>
        </p:nvSpPr>
        <p:spPr/>
        <p:txBody>
          <a:bodyPr/>
          <a:lstStyle/>
          <a:p>
            <a:r>
              <a:rPr lang="en-US" dirty="0">
                <a:solidFill>
                  <a:srgbClr val="00B0F0"/>
                </a:solidFill>
              </a:rPr>
              <a:t>Logical equivalence</a:t>
            </a:r>
          </a:p>
        </p:txBody>
      </p:sp>
      <p:sp>
        <p:nvSpPr>
          <p:cNvPr id="3" name="Content Placeholder 2">
            <a:extLst>
              <a:ext uri="{FF2B5EF4-FFF2-40B4-BE49-F238E27FC236}">
                <a16:creationId xmlns:a16="http://schemas.microsoft.com/office/drawing/2014/main" id="{51689365-46D0-1A19-35F4-928827A404BF}"/>
              </a:ext>
            </a:extLst>
          </p:cNvPr>
          <p:cNvSpPr>
            <a:spLocks noGrp="1"/>
          </p:cNvSpPr>
          <p:nvPr>
            <p:ph idx="1"/>
          </p:nvPr>
        </p:nvSpPr>
        <p:spPr/>
        <p:txBody>
          <a:bodyPr/>
          <a:lstStyle/>
          <a:p>
            <a:r>
              <a:rPr lang="en-AU" sz="2800" dirty="0">
                <a:effectLst/>
                <a:latin typeface="Times" pitchFamily="2" charset="0"/>
              </a:rPr>
              <a:t>Compound propositions that have the same truth values in all possible cases are called </a:t>
            </a:r>
            <a:r>
              <a:rPr lang="en-AU" sz="2800" b="1" dirty="0">
                <a:effectLst/>
                <a:latin typeface="Times" pitchFamily="2" charset="0"/>
              </a:rPr>
              <a:t>logically equivalent </a:t>
            </a:r>
            <a:endParaRPr lang="en-AU" sz="2800" dirty="0"/>
          </a:p>
          <a:p>
            <a:endParaRPr lang="en-US" dirty="0"/>
          </a:p>
        </p:txBody>
      </p:sp>
      <p:pic>
        <p:nvPicPr>
          <p:cNvPr id="4" name="Picture 3">
            <a:extLst>
              <a:ext uri="{FF2B5EF4-FFF2-40B4-BE49-F238E27FC236}">
                <a16:creationId xmlns:a16="http://schemas.microsoft.com/office/drawing/2014/main" id="{9C7A73C2-C86D-805B-6127-2DF57A29171E}"/>
              </a:ext>
            </a:extLst>
          </p:cNvPr>
          <p:cNvPicPr>
            <a:picLocks noChangeAspect="1"/>
          </p:cNvPicPr>
          <p:nvPr/>
        </p:nvPicPr>
        <p:blipFill>
          <a:blip r:embed="rId2"/>
          <a:stretch>
            <a:fillRect/>
          </a:stretch>
        </p:blipFill>
        <p:spPr>
          <a:xfrm>
            <a:off x="430967" y="3276600"/>
            <a:ext cx="8603675" cy="685800"/>
          </a:xfrm>
          <a:prstGeom prst="rect">
            <a:avLst/>
          </a:prstGeom>
        </p:spPr>
      </p:pic>
    </p:spTree>
    <p:extLst>
      <p:ext uri="{BB962C8B-B14F-4D97-AF65-F5344CB8AC3E}">
        <p14:creationId xmlns:p14="http://schemas.microsoft.com/office/powerpoint/2010/main" val="3035437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04800"/>
            <a:ext cx="8305800" cy="6163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0264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686478"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3206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534400" cy="3311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810000"/>
            <a:ext cx="5959186"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3375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92257"/>
            <a:ext cx="8768619" cy="4789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6106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04800"/>
            <a:ext cx="87454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5004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228600"/>
            <a:ext cx="8841175"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4433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742184"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763" y="2743200"/>
            <a:ext cx="8923064"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9152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800"/>
            <a:ext cx="9067800" cy="2597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4725" y="76200"/>
            <a:ext cx="2019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3986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495800"/>
            <a:ext cx="8613577"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17" y="1143000"/>
            <a:ext cx="9012383" cy="2645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6433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00050"/>
            <a:ext cx="8878738"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8568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457200"/>
            <a:ext cx="8839200" cy="4959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7667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825548"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2508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28600"/>
            <a:ext cx="8923544"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45502"/>
            <a:ext cx="5120182" cy="118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4371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7162800" cy="5188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2741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52" y="152400"/>
            <a:ext cx="8971248"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8494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995" y="1066800"/>
            <a:ext cx="749780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5410200"/>
            <a:ext cx="6858000" cy="648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4343400"/>
            <a:ext cx="3200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8218" y="0"/>
            <a:ext cx="2937782" cy="81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04800" y="609600"/>
            <a:ext cx="3352800" cy="523220"/>
          </a:xfrm>
          <a:prstGeom prst="rect">
            <a:avLst/>
          </a:prstGeom>
          <a:noFill/>
        </p:spPr>
        <p:txBody>
          <a:bodyPr wrap="square" rtlCol="0">
            <a:spAutoFit/>
          </a:bodyPr>
          <a:lstStyle/>
          <a:p>
            <a:r>
              <a:rPr lang="en-US" sz="2800" dirty="0">
                <a:solidFill>
                  <a:srgbClr val="FF0000"/>
                </a:solidFill>
              </a:rPr>
              <a:t>1. Logic operator:</a:t>
            </a:r>
          </a:p>
        </p:txBody>
      </p:sp>
      <p:sp>
        <p:nvSpPr>
          <p:cNvPr id="5" name="TextBox 4"/>
          <p:cNvSpPr txBox="1"/>
          <p:nvPr/>
        </p:nvSpPr>
        <p:spPr>
          <a:xfrm>
            <a:off x="381000" y="4343400"/>
            <a:ext cx="4267200" cy="523220"/>
          </a:xfrm>
          <a:prstGeom prst="rect">
            <a:avLst/>
          </a:prstGeom>
          <a:noFill/>
        </p:spPr>
        <p:txBody>
          <a:bodyPr wrap="square" rtlCol="0">
            <a:spAutoFit/>
          </a:bodyPr>
          <a:lstStyle/>
          <a:p>
            <a:r>
              <a:rPr lang="en-US" sz="2800" dirty="0">
                <a:solidFill>
                  <a:srgbClr val="FF0000"/>
                </a:solidFill>
              </a:rPr>
              <a:t>2. Operator precedence:</a:t>
            </a:r>
          </a:p>
        </p:txBody>
      </p:sp>
      <p:sp>
        <p:nvSpPr>
          <p:cNvPr id="6" name="TextBox 5"/>
          <p:cNvSpPr txBox="1"/>
          <p:nvPr/>
        </p:nvSpPr>
        <p:spPr>
          <a:xfrm>
            <a:off x="381000" y="4953000"/>
            <a:ext cx="5486400" cy="523220"/>
          </a:xfrm>
          <a:prstGeom prst="rect">
            <a:avLst/>
          </a:prstGeom>
          <a:noFill/>
        </p:spPr>
        <p:txBody>
          <a:bodyPr wrap="square" rtlCol="0">
            <a:spAutoFit/>
          </a:bodyPr>
          <a:lstStyle/>
          <a:p>
            <a:r>
              <a:rPr lang="en-US" sz="2800" dirty="0">
                <a:solidFill>
                  <a:srgbClr val="FF0000"/>
                </a:solidFill>
              </a:rPr>
              <a:t>3. Important logical equivalences</a:t>
            </a:r>
          </a:p>
        </p:txBody>
      </p:sp>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9675" y="6096000"/>
            <a:ext cx="2676526" cy="526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0733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E5D946F-3219-0659-F035-0C03EE1472B9}"/>
              </a:ext>
            </a:extLst>
          </p:cNvPr>
          <p:cNvPicPr>
            <a:picLocks noGrp="1" noChangeAspect="1"/>
          </p:cNvPicPr>
          <p:nvPr>
            <p:ph idx="1"/>
          </p:nvPr>
        </p:nvPicPr>
        <p:blipFill>
          <a:blip r:embed="rId2"/>
          <a:stretch>
            <a:fillRect/>
          </a:stretch>
        </p:blipFill>
        <p:spPr>
          <a:xfrm>
            <a:off x="33728" y="19987"/>
            <a:ext cx="4876800" cy="6698594"/>
          </a:xfrm>
          <a:prstGeom prst="rect">
            <a:avLst/>
          </a:prstGeom>
        </p:spPr>
      </p:pic>
      <p:pic>
        <p:nvPicPr>
          <p:cNvPr id="2" name="Picture 1">
            <a:extLst>
              <a:ext uri="{FF2B5EF4-FFF2-40B4-BE49-F238E27FC236}">
                <a16:creationId xmlns:a16="http://schemas.microsoft.com/office/drawing/2014/main" id="{37BFED70-6140-152B-83A9-B79131BA4E10}"/>
              </a:ext>
            </a:extLst>
          </p:cNvPr>
          <p:cNvPicPr>
            <a:picLocks noChangeAspect="1"/>
          </p:cNvPicPr>
          <p:nvPr/>
        </p:nvPicPr>
        <p:blipFill>
          <a:blip r:embed="rId3"/>
          <a:stretch>
            <a:fillRect/>
          </a:stretch>
        </p:blipFill>
        <p:spPr>
          <a:xfrm>
            <a:off x="4902200" y="19987"/>
            <a:ext cx="4241800" cy="4826000"/>
          </a:xfrm>
          <a:prstGeom prst="rect">
            <a:avLst/>
          </a:prstGeom>
        </p:spPr>
      </p:pic>
    </p:spTree>
    <p:extLst>
      <p:ext uri="{BB962C8B-B14F-4D97-AF65-F5344CB8AC3E}">
        <p14:creationId xmlns:p14="http://schemas.microsoft.com/office/powerpoint/2010/main" val="1609667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0CAD08B-11F6-1F01-F75F-8CFB5F5076E2}"/>
              </a:ext>
            </a:extLst>
          </p:cNvPr>
          <p:cNvPicPr>
            <a:picLocks noGrp="1" noChangeAspect="1"/>
          </p:cNvPicPr>
          <p:nvPr>
            <p:ph idx="1"/>
          </p:nvPr>
        </p:nvPicPr>
        <p:blipFill>
          <a:blip r:embed="rId2"/>
          <a:stretch>
            <a:fillRect/>
          </a:stretch>
        </p:blipFill>
        <p:spPr>
          <a:xfrm>
            <a:off x="1287337" y="609600"/>
            <a:ext cx="6561263" cy="5218694"/>
          </a:xfrm>
          <a:prstGeom prst="rect">
            <a:avLst/>
          </a:prstGeom>
        </p:spPr>
      </p:pic>
    </p:spTree>
    <p:extLst>
      <p:ext uri="{BB962C8B-B14F-4D97-AF65-F5344CB8AC3E}">
        <p14:creationId xmlns:p14="http://schemas.microsoft.com/office/powerpoint/2010/main" val="15012380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D9FBE-BD6C-3796-796E-6F9C05B21A7B}"/>
              </a:ext>
            </a:extLst>
          </p:cNvPr>
          <p:cNvSpPr>
            <a:spLocks noGrp="1"/>
          </p:cNvSpPr>
          <p:nvPr>
            <p:ph idx="1"/>
          </p:nvPr>
        </p:nvSpPr>
        <p:spPr>
          <a:xfrm>
            <a:off x="457200" y="327818"/>
            <a:ext cx="8229600" cy="4525963"/>
          </a:xfrm>
        </p:spPr>
        <p:txBody>
          <a:bodyPr/>
          <a:lstStyle/>
          <a:p>
            <a:pPr marL="0" indent="0">
              <a:buNone/>
            </a:pPr>
            <a:r>
              <a:rPr lang="en-US" sz="2800" dirty="0"/>
              <a:t>Example: Show that</a:t>
            </a:r>
          </a:p>
          <a:p>
            <a:endParaRPr lang="en-US" dirty="0"/>
          </a:p>
          <a:p>
            <a:pPr marL="0" indent="0">
              <a:buNone/>
            </a:pPr>
            <a:r>
              <a:rPr lang="en-AU" sz="2800" dirty="0">
                <a:effectLst/>
                <a:latin typeface="Times" pitchFamily="2" charset="0"/>
              </a:rPr>
              <a:t>are logically equivalent by developing a series of logical equivalences. </a:t>
            </a:r>
            <a:endParaRPr lang="en-AU" sz="2800" dirty="0"/>
          </a:p>
          <a:p>
            <a:pPr marL="0" indent="0">
              <a:buNone/>
            </a:pPr>
            <a:r>
              <a:rPr lang="en-US" dirty="0"/>
              <a:t> </a:t>
            </a:r>
          </a:p>
          <a:p>
            <a:endParaRPr lang="en-US" dirty="0"/>
          </a:p>
        </p:txBody>
      </p:sp>
      <p:pic>
        <p:nvPicPr>
          <p:cNvPr id="4" name="Picture 3">
            <a:extLst>
              <a:ext uri="{FF2B5EF4-FFF2-40B4-BE49-F238E27FC236}">
                <a16:creationId xmlns:a16="http://schemas.microsoft.com/office/drawing/2014/main" id="{723A854B-842D-BD34-D9EC-3AA075C20BCF}"/>
              </a:ext>
            </a:extLst>
          </p:cNvPr>
          <p:cNvPicPr>
            <a:picLocks noChangeAspect="1"/>
          </p:cNvPicPr>
          <p:nvPr/>
        </p:nvPicPr>
        <p:blipFill>
          <a:blip r:embed="rId2"/>
          <a:stretch>
            <a:fillRect/>
          </a:stretch>
        </p:blipFill>
        <p:spPr>
          <a:xfrm>
            <a:off x="1923393" y="838200"/>
            <a:ext cx="5297214" cy="533400"/>
          </a:xfrm>
          <a:prstGeom prst="rect">
            <a:avLst/>
          </a:prstGeom>
        </p:spPr>
      </p:pic>
      <p:pic>
        <p:nvPicPr>
          <p:cNvPr id="5" name="Picture 4">
            <a:extLst>
              <a:ext uri="{FF2B5EF4-FFF2-40B4-BE49-F238E27FC236}">
                <a16:creationId xmlns:a16="http://schemas.microsoft.com/office/drawing/2014/main" id="{1E82123C-D60E-D9AC-6DD6-27851695CC51}"/>
              </a:ext>
            </a:extLst>
          </p:cNvPr>
          <p:cNvPicPr>
            <a:picLocks noChangeAspect="1"/>
          </p:cNvPicPr>
          <p:nvPr/>
        </p:nvPicPr>
        <p:blipFill>
          <a:blip r:embed="rId3"/>
          <a:stretch>
            <a:fillRect/>
          </a:stretch>
        </p:blipFill>
        <p:spPr>
          <a:xfrm>
            <a:off x="45916" y="2974034"/>
            <a:ext cx="8793284" cy="2512366"/>
          </a:xfrm>
          <a:prstGeom prst="rect">
            <a:avLst/>
          </a:prstGeom>
        </p:spPr>
      </p:pic>
    </p:spTree>
    <p:extLst>
      <p:ext uri="{BB962C8B-B14F-4D97-AF65-F5344CB8AC3E}">
        <p14:creationId xmlns:p14="http://schemas.microsoft.com/office/powerpoint/2010/main" val="2909358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920A8-E686-147D-535B-0619D48EF7FD}"/>
              </a:ext>
            </a:extLst>
          </p:cNvPr>
          <p:cNvSpPr>
            <a:spLocks noGrp="1"/>
          </p:cNvSpPr>
          <p:nvPr>
            <p:ph idx="1"/>
          </p:nvPr>
        </p:nvSpPr>
        <p:spPr>
          <a:xfrm>
            <a:off x="330517" y="457200"/>
            <a:ext cx="8229600" cy="4525963"/>
          </a:xfrm>
        </p:spPr>
        <p:txBody>
          <a:bodyPr/>
          <a:lstStyle/>
          <a:p>
            <a:r>
              <a:rPr lang="en-US" dirty="0"/>
              <a:t>Example:</a:t>
            </a:r>
          </a:p>
        </p:txBody>
      </p:sp>
      <p:pic>
        <p:nvPicPr>
          <p:cNvPr id="4" name="Picture 3">
            <a:extLst>
              <a:ext uri="{FF2B5EF4-FFF2-40B4-BE49-F238E27FC236}">
                <a16:creationId xmlns:a16="http://schemas.microsoft.com/office/drawing/2014/main" id="{64CA9BF6-FE4E-EF6E-6E06-2BFAAEA421A4}"/>
              </a:ext>
            </a:extLst>
          </p:cNvPr>
          <p:cNvPicPr>
            <a:picLocks noChangeAspect="1"/>
          </p:cNvPicPr>
          <p:nvPr/>
        </p:nvPicPr>
        <p:blipFill>
          <a:blip r:embed="rId2"/>
          <a:stretch>
            <a:fillRect/>
          </a:stretch>
        </p:blipFill>
        <p:spPr>
          <a:xfrm>
            <a:off x="762000" y="1066800"/>
            <a:ext cx="6909435" cy="685800"/>
          </a:xfrm>
          <a:prstGeom prst="rect">
            <a:avLst/>
          </a:prstGeom>
        </p:spPr>
      </p:pic>
      <p:pic>
        <p:nvPicPr>
          <p:cNvPr id="5" name="Picture 4">
            <a:extLst>
              <a:ext uri="{FF2B5EF4-FFF2-40B4-BE49-F238E27FC236}">
                <a16:creationId xmlns:a16="http://schemas.microsoft.com/office/drawing/2014/main" id="{59BDE523-9E29-6894-5C85-145440F0FC8C}"/>
              </a:ext>
            </a:extLst>
          </p:cNvPr>
          <p:cNvPicPr>
            <a:picLocks noChangeAspect="1"/>
          </p:cNvPicPr>
          <p:nvPr/>
        </p:nvPicPr>
        <p:blipFill>
          <a:blip r:embed="rId3"/>
          <a:stretch>
            <a:fillRect/>
          </a:stretch>
        </p:blipFill>
        <p:spPr>
          <a:xfrm>
            <a:off x="370009" y="2113536"/>
            <a:ext cx="8469191" cy="2534664"/>
          </a:xfrm>
          <a:prstGeom prst="rect">
            <a:avLst/>
          </a:prstGeom>
        </p:spPr>
      </p:pic>
    </p:spTree>
    <p:extLst>
      <p:ext uri="{BB962C8B-B14F-4D97-AF65-F5344CB8AC3E}">
        <p14:creationId xmlns:p14="http://schemas.microsoft.com/office/powerpoint/2010/main" val="2798400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6AB0C-0A55-90D0-0058-829DC4AD1D10}"/>
              </a:ext>
            </a:extLst>
          </p:cNvPr>
          <p:cNvSpPr>
            <a:spLocks noGrp="1"/>
          </p:cNvSpPr>
          <p:nvPr>
            <p:ph idx="1"/>
          </p:nvPr>
        </p:nvSpPr>
        <p:spPr>
          <a:xfrm>
            <a:off x="304800" y="990600"/>
            <a:ext cx="8229600" cy="4525963"/>
          </a:xfrm>
        </p:spPr>
        <p:txBody>
          <a:bodyPr>
            <a:normAutofit fontScale="25000" lnSpcReduction="20000"/>
          </a:bodyPr>
          <a:lstStyle/>
          <a:p>
            <a:r>
              <a:rPr lang="en-AU" sz="8600" b="1" dirty="0">
                <a:effectLst/>
                <a:latin typeface="Times" pitchFamily="2" charset="0"/>
              </a:rPr>
              <a:t>Definition:</a:t>
            </a:r>
            <a:r>
              <a:rPr lang="en-AU" sz="8600" dirty="0">
                <a:effectLst/>
                <a:latin typeface="Times" pitchFamily="2" charset="0"/>
              </a:rPr>
              <a:t> A compound proposition is </a:t>
            </a:r>
            <a:r>
              <a:rPr lang="en-AU" sz="8600" b="1" dirty="0">
                <a:effectLst/>
                <a:latin typeface="Times" pitchFamily="2" charset="0"/>
              </a:rPr>
              <a:t>satisfiable </a:t>
            </a:r>
            <a:r>
              <a:rPr lang="en-AU" sz="8600" dirty="0">
                <a:effectLst/>
                <a:latin typeface="Times" pitchFamily="2" charset="0"/>
              </a:rPr>
              <a:t>if there is an assignment of truth values to its variables that makes it true. </a:t>
            </a:r>
          </a:p>
          <a:p>
            <a:r>
              <a:rPr lang="en-AU" sz="8600" dirty="0">
                <a:effectLst/>
                <a:latin typeface="Times" pitchFamily="2" charset="0"/>
              </a:rPr>
              <a:t>When the compound proposition is false for all assignments of truth values to its variables, the compound proposition is </a:t>
            </a:r>
            <a:r>
              <a:rPr lang="en-AU" sz="8600" b="1" dirty="0">
                <a:effectLst/>
                <a:latin typeface="Times" pitchFamily="2" charset="0"/>
              </a:rPr>
              <a:t>unsatisfiable</a:t>
            </a:r>
            <a:r>
              <a:rPr lang="en-AU" sz="8600" dirty="0">
                <a:effectLst/>
                <a:latin typeface="Times" pitchFamily="2" charset="0"/>
              </a:rPr>
              <a:t>. </a:t>
            </a:r>
            <a:endParaRPr lang="en-AU" sz="8600" dirty="0"/>
          </a:p>
          <a:p>
            <a:r>
              <a:rPr lang="en-AU" sz="8600" dirty="0">
                <a:effectLst/>
                <a:latin typeface="Times" pitchFamily="2" charset="0"/>
              </a:rPr>
              <a:t>When we find a particular assignment of truth values that makes a compound proposition true, we have shown that it is satisfiable; such an assignment is called a </a:t>
            </a:r>
            <a:r>
              <a:rPr lang="en-AU" sz="8600" b="1" dirty="0">
                <a:effectLst/>
                <a:latin typeface="Times" pitchFamily="2" charset="0"/>
              </a:rPr>
              <a:t>solution </a:t>
            </a:r>
            <a:r>
              <a:rPr lang="en-AU" sz="8600" dirty="0">
                <a:effectLst/>
                <a:latin typeface="Times" pitchFamily="2" charset="0"/>
              </a:rPr>
              <a:t>of this particular satisfiability problem. </a:t>
            </a:r>
            <a:endParaRPr lang="en-AU" sz="8600" dirty="0">
              <a:latin typeface="Times" pitchFamily="2" charset="0"/>
            </a:endParaRPr>
          </a:p>
          <a:p>
            <a:r>
              <a:rPr lang="en-AU" sz="8600" dirty="0">
                <a:latin typeface="Times" pitchFamily="2" charset="0"/>
              </a:rPr>
              <a:t>T</a:t>
            </a:r>
            <a:r>
              <a:rPr lang="en-AU" sz="8600" dirty="0">
                <a:effectLst/>
                <a:latin typeface="Times" pitchFamily="2" charset="0"/>
              </a:rPr>
              <a:t>o show that a compound proposition is unsatisfiable, we need to show that </a:t>
            </a:r>
            <a:r>
              <a:rPr lang="en-AU" sz="8600" i="1" dirty="0">
                <a:effectLst/>
                <a:latin typeface="Times" pitchFamily="2" charset="0"/>
              </a:rPr>
              <a:t>every </a:t>
            </a:r>
            <a:r>
              <a:rPr lang="en-AU" sz="8600" dirty="0">
                <a:effectLst/>
                <a:latin typeface="Times" pitchFamily="2" charset="0"/>
              </a:rPr>
              <a:t>assignment of truth values to its variables makes it false. </a:t>
            </a:r>
            <a:endParaRPr lang="en-US" dirty="0"/>
          </a:p>
        </p:txBody>
      </p:sp>
      <p:sp>
        <p:nvSpPr>
          <p:cNvPr id="4" name="TextBox 3">
            <a:extLst>
              <a:ext uri="{FF2B5EF4-FFF2-40B4-BE49-F238E27FC236}">
                <a16:creationId xmlns:a16="http://schemas.microsoft.com/office/drawing/2014/main" id="{186AF229-F279-EFEF-3AAE-9ECAE8B2CBA4}"/>
              </a:ext>
            </a:extLst>
          </p:cNvPr>
          <p:cNvSpPr txBox="1"/>
          <p:nvPr/>
        </p:nvSpPr>
        <p:spPr>
          <a:xfrm>
            <a:off x="1676400" y="228600"/>
            <a:ext cx="6096000" cy="923330"/>
          </a:xfrm>
          <a:prstGeom prst="rect">
            <a:avLst/>
          </a:prstGeom>
          <a:noFill/>
        </p:spPr>
        <p:txBody>
          <a:bodyPr wrap="square" rtlCol="0">
            <a:spAutoFit/>
          </a:bodyPr>
          <a:lstStyle/>
          <a:p>
            <a:r>
              <a:rPr lang="en-AU" sz="3600" b="1" dirty="0">
                <a:solidFill>
                  <a:srgbClr val="00B0F0"/>
                </a:solidFill>
                <a:effectLst/>
                <a:latin typeface="Palatino" pitchFamily="2" charset="77"/>
              </a:rPr>
              <a:t>Propositional Satisfiability </a:t>
            </a:r>
            <a:endParaRPr lang="en-AU" sz="3600" dirty="0">
              <a:solidFill>
                <a:srgbClr val="00B0F0"/>
              </a:solidFill>
            </a:endParaRPr>
          </a:p>
          <a:p>
            <a:endParaRPr lang="en-US" dirty="0"/>
          </a:p>
        </p:txBody>
      </p:sp>
    </p:spTree>
    <p:extLst>
      <p:ext uri="{BB962C8B-B14F-4D97-AF65-F5344CB8AC3E}">
        <p14:creationId xmlns:p14="http://schemas.microsoft.com/office/powerpoint/2010/main" val="2802900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1E0399-42A2-6ECC-3F46-C9C522A98C22}"/>
              </a:ext>
            </a:extLst>
          </p:cNvPr>
          <p:cNvSpPr>
            <a:spLocks noGrp="1"/>
          </p:cNvSpPr>
          <p:nvPr>
            <p:ph idx="1"/>
          </p:nvPr>
        </p:nvSpPr>
        <p:spPr>
          <a:xfrm>
            <a:off x="457200" y="457200"/>
            <a:ext cx="8229600" cy="4525963"/>
          </a:xfrm>
        </p:spPr>
        <p:txBody>
          <a:bodyPr/>
          <a:lstStyle/>
          <a:p>
            <a:r>
              <a:rPr lang="en-US" sz="2800" dirty="0"/>
              <a:t>Example: </a:t>
            </a:r>
          </a:p>
          <a:p>
            <a:pPr marL="0" indent="0">
              <a:buNone/>
            </a:pPr>
            <a:r>
              <a:rPr lang="en-AU" sz="1800" dirty="0">
                <a:effectLst/>
                <a:latin typeface="Times" pitchFamily="2" charset="0"/>
              </a:rPr>
              <a:t>       </a:t>
            </a:r>
            <a:r>
              <a:rPr lang="en-AU" sz="2800" dirty="0">
                <a:effectLst/>
                <a:latin typeface="Times" pitchFamily="2" charset="0"/>
              </a:rPr>
              <a:t>Determine whether  the compound propositions </a:t>
            </a:r>
            <a:endParaRPr lang="en-AU" sz="2800" dirty="0"/>
          </a:p>
          <a:p>
            <a:endParaRPr lang="en-US" sz="2800" dirty="0"/>
          </a:p>
          <a:p>
            <a:pPr marL="0" indent="0">
              <a:buNone/>
            </a:pPr>
            <a:r>
              <a:rPr lang="en-US" sz="2800" dirty="0"/>
              <a:t>is satisfiable</a:t>
            </a:r>
          </a:p>
        </p:txBody>
      </p:sp>
      <p:pic>
        <p:nvPicPr>
          <p:cNvPr id="4" name="Picture 3">
            <a:extLst>
              <a:ext uri="{FF2B5EF4-FFF2-40B4-BE49-F238E27FC236}">
                <a16:creationId xmlns:a16="http://schemas.microsoft.com/office/drawing/2014/main" id="{207A7B66-D42F-0940-0EFC-B1DBD54580B0}"/>
              </a:ext>
            </a:extLst>
          </p:cNvPr>
          <p:cNvPicPr>
            <a:picLocks noChangeAspect="1"/>
          </p:cNvPicPr>
          <p:nvPr/>
        </p:nvPicPr>
        <p:blipFill>
          <a:blip r:embed="rId2"/>
          <a:stretch>
            <a:fillRect/>
          </a:stretch>
        </p:blipFill>
        <p:spPr>
          <a:xfrm>
            <a:off x="1625600" y="1524000"/>
            <a:ext cx="4419600" cy="381000"/>
          </a:xfrm>
          <a:prstGeom prst="rect">
            <a:avLst/>
          </a:prstGeom>
        </p:spPr>
      </p:pic>
    </p:spTree>
    <p:extLst>
      <p:ext uri="{BB962C8B-B14F-4D97-AF65-F5344CB8AC3E}">
        <p14:creationId xmlns:p14="http://schemas.microsoft.com/office/powerpoint/2010/main" val="2237198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399" y="304800"/>
            <a:ext cx="8856617"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03005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
            <a:ext cx="8915400" cy="550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44792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763000" cy="612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5662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879283"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598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28638"/>
            <a:ext cx="5880044" cy="221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3244334"/>
            <a:ext cx="8229600" cy="523220"/>
          </a:xfrm>
          <a:prstGeom prst="rect">
            <a:avLst/>
          </a:prstGeom>
        </p:spPr>
        <p:txBody>
          <a:bodyPr wrap="square">
            <a:spAutoFit/>
          </a:bodyPr>
          <a:lstStyle/>
          <a:p>
            <a:r>
              <a:rPr lang="en-US" sz="2800" dirty="0"/>
              <a:t>Check whether this argument is valid.</a:t>
            </a:r>
          </a:p>
        </p:txBody>
      </p:sp>
    </p:spTree>
    <p:extLst>
      <p:ext uri="{BB962C8B-B14F-4D97-AF65-F5344CB8AC3E}">
        <p14:creationId xmlns:p14="http://schemas.microsoft.com/office/powerpoint/2010/main" val="2979916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28600"/>
            <a:ext cx="8514439"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5576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839200" cy="6363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12430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28600"/>
            <a:ext cx="8940062"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747050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04800"/>
            <a:ext cx="8823012"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51664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85800"/>
            <a:ext cx="8428019"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376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903248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53192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
            <a:ext cx="8458200" cy="6167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16295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76200"/>
            <a:ext cx="6406635" cy="6937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0153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F1BA3-F020-5566-7EEC-780493BF2A29}"/>
              </a:ext>
            </a:extLst>
          </p:cNvPr>
          <p:cNvSpPr>
            <a:spLocks noGrp="1"/>
          </p:cNvSpPr>
          <p:nvPr>
            <p:ph type="title"/>
          </p:nvPr>
        </p:nvSpPr>
        <p:spPr/>
        <p:txBody>
          <a:bodyPr>
            <a:normAutofit/>
          </a:bodyPr>
          <a:lstStyle/>
          <a:p>
            <a:r>
              <a:rPr lang="en-US" sz="3600" dirty="0">
                <a:solidFill>
                  <a:srgbClr val="00B0F0"/>
                </a:solidFill>
              </a:rPr>
              <a:t>Inference rule: Resolution</a:t>
            </a:r>
          </a:p>
        </p:txBody>
      </p:sp>
      <p:pic>
        <p:nvPicPr>
          <p:cNvPr id="4" name="Content Placeholder 3">
            <a:extLst>
              <a:ext uri="{FF2B5EF4-FFF2-40B4-BE49-F238E27FC236}">
                <a16:creationId xmlns:a16="http://schemas.microsoft.com/office/drawing/2014/main" id="{76882EAA-9612-CA73-1AE0-9CA9C1F729B5}"/>
              </a:ext>
            </a:extLst>
          </p:cNvPr>
          <p:cNvPicPr>
            <a:picLocks noGrp="1" noChangeAspect="1"/>
          </p:cNvPicPr>
          <p:nvPr>
            <p:ph idx="1"/>
          </p:nvPr>
        </p:nvPicPr>
        <p:blipFill>
          <a:blip r:embed="rId2"/>
          <a:stretch>
            <a:fillRect/>
          </a:stretch>
        </p:blipFill>
        <p:spPr>
          <a:xfrm>
            <a:off x="2705100" y="1521619"/>
            <a:ext cx="3733800" cy="558800"/>
          </a:xfrm>
          <a:prstGeom prst="rect">
            <a:avLst/>
          </a:prstGeom>
        </p:spPr>
      </p:pic>
      <p:sp>
        <p:nvSpPr>
          <p:cNvPr id="5" name="TextBox 4">
            <a:extLst>
              <a:ext uri="{FF2B5EF4-FFF2-40B4-BE49-F238E27FC236}">
                <a16:creationId xmlns:a16="http://schemas.microsoft.com/office/drawing/2014/main" id="{74CE63E4-8F99-E088-A512-6B2EC649BB64}"/>
              </a:ext>
            </a:extLst>
          </p:cNvPr>
          <p:cNvSpPr txBox="1"/>
          <p:nvPr/>
        </p:nvSpPr>
        <p:spPr>
          <a:xfrm>
            <a:off x="914400" y="2743200"/>
            <a:ext cx="7924800" cy="1754326"/>
          </a:xfrm>
          <a:prstGeom prst="rect">
            <a:avLst/>
          </a:prstGeom>
          <a:noFill/>
        </p:spPr>
        <p:txBody>
          <a:bodyPr wrap="square" rtlCol="0">
            <a:spAutoFit/>
          </a:bodyPr>
          <a:lstStyle/>
          <a:p>
            <a:r>
              <a:rPr lang="en-AU" sz="1800" b="1" dirty="0">
                <a:effectLst/>
                <a:latin typeface="Times" pitchFamily="2" charset="0"/>
              </a:rPr>
              <a:t>Example:</a:t>
            </a:r>
            <a:r>
              <a:rPr lang="en-AU" sz="1800" dirty="0">
                <a:effectLst/>
                <a:latin typeface="Times" pitchFamily="2" charset="0"/>
              </a:rPr>
              <a:t> Show that the premises </a:t>
            </a:r>
            <a:r>
              <a:rPr lang="en-AU" sz="1800" dirty="0">
                <a:effectLst/>
                <a:latin typeface="MTMI"/>
              </a:rPr>
              <a:t>(p </a:t>
            </a:r>
            <a:r>
              <a:rPr lang="en-AU" sz="1800" dirty="0">
                <a:effectLst/>
                <a:latin typeface="MTSYN"/>
              </a:rPr>
              <a:t>∧ </a:t>
            </a:r>
            <a:r>
              <a:rPr lang="en-AU" sz="1800" dirty="0">
                <a:effectLst/>
                <a:latin typeface="MTMI"/>
              </a:rPr>
              <a:t>q) </a:t>
            </a:r>
            <a:r>
              <a:rPr lang="en-AU" sz="1800" dirty="0">
                <a:effectLst/>
                <a:latin typeface="MTSYN"/>
              </a:rPr>
              <a:t>∨ </a:t>
            </a:r>
            <a:r>
              <a:rPr lang="en-AU" sz="1800" dirty="0">
                <a:effectLst/>
                <a:latin typeface="MTMI"/>
              </a:rPr>
              <a:t>r </a:t>
            </a:r>
            <a:r>
              <a:rPr lang="en-AU" sz="1800" dirty="0">
                <a:effectLst/>
                <a:latin typeface="Times" pitchFamily="2" charset="0"/>
              </a:rPr>
              <a:t>and </a:t>
            </a:r>
            <a:r>
              <a:rPr lang="en-AU" sz="1800" dirty="0">
                <a:effectLst/>
                <a:latin typeface="MTMI"/>
              </a:rPr>
              <a:t>r </a:t>
            </a:r>
            <a:r>
              <a:rPr lang="en-AU" sz="1800" dirty="0">
                <a:effectLst/>
                <a:latin typeface="MTSYN"/>
              </a:rPr>
              <a:t>→ </a:t>
            </a:r>
            <a:r>
              <a:rPr lang="en-AU" sz="1800" dirty="0">
                <a:effectLst/>
                <a:latin typeface="MTMI"/>
              </a:rPr>
              <a:t>s </a:t>
            </a:r>
            <a:r>
              <a:rPr lang="en-AU" sz="1800" dirty="0">
                <a:effectLst/>
                <a:latin typeface="Times" pitchFamily="2" charset="0"/>
              </a:rPr>
              <a:t>imply the conclusion </a:t>
            </a:r>
            <a:r>
              <a:rPr lang="en-AU" sz="1800" dirty="0">
                <a:effectLst/>
                <a:latin typeface="MTMI"/>
              </a:rPr>
              <a:t>p </a:t>
            </a:r>
            <a:r>
              <a:rPr lang="en-AU" sz="1800" dirty="0">
                <a:effectLst/>
                <a:latin typeface="MTSYN"/>
              </a:rPr>
              <a:t>∨ </a:t>
            </a:r>
            <a:r>
              <a:rPr lang="en-AU" sz="1800" dirty="0">
                <a:effectLst/>
                <a:latin typeface="MTMI"/>
              </a:rPr>
              <a:t>s</a:t>
            </a:r>
            <a:r>
              <a:rPr lang="en-AU" sz="1800" dirty="0">
                <a:effectLst/>
                <a:latin typeface="Times" pitchFamily="2" charset="0"/>
              </a:rPr>
              <a:t>. </a:t>
            </a:r>
          </a:p>
          <a:p>
            <a:endParaRPr lang="en-AU" dirty="0"/>
          </a:p>
          <a:p>
            <a:r>
              <a:rPr lang="en-AU" sz="1800" i="1" dirty="0">
                <a:solidFill>
                  <a:srgbClr val="00FFFF"/>
                </a:solidFill>
                <a:effectLst/>
                <a:latin typeface="Times" pitchFamily="2" charset="0"/>
              </a:rPr>
              <a:t>Solution: </a:t>
            </a:r>
            <a:r>
              <a:rPr lang="en-AU" sz="1800" dirty="0">
                <a:effectLst/>
                <a:latin typeface="Times" pitchFamily="2" charset="0"/>
              </a:rPr>
              <a:t>We can rewrite the premises </a:t>
            </a:r>
            <a:r>
              <a:rPr lang="en-AU" sz="1800" dirty="0">
                <a:effectLst/>
                <a:latin typeface="MTMI"/>
              </a:rPr>
              <a:t>(p </a:t>
            </a:r>
            <a:r>
              <a:rPr lang="en-AU" sz="1800" dirty="0">
                <a:effectLst/>
                <a:latin typeface="MTSYN"/>
              </a:rPr>
              <a:t>∧ </a:t>
            </a:r>
            <a:r>
              <a:rPr lang="en-AU" sz="1800" dirty="0">
                <a:effectLst/>
                <a:latin typeface="MTMI"/>
              </a:rPr>
              <a:t>q) </a:t>
            </a:r>
            <a:r>
              <a:rPr lang="en-AU" sz="1800" dirty="0">
                <a:effectLst/>
                <a:latin typeface="MTSYN"/>
              </a:rPr>
              <a:t>∨ </a:t>
            </a:r>
            <a:r>
              <a:rPr lang="en-AU" sz="1800" dirty="0">
                <a:effectLst/>
                <a:latin typeface="MTMI"/>
              </a:rPr>
              <a:t>r </a:t>
            </a:r>
            <a:r>
              <a:rPr lang="en-AU" sz="1800" dirty="0">
                <a:effectLst/>
                <a:latin typeface="Times" pitchFamily="2" charset="0"/>
              </a:rPr>
              <a:t>as two clauses, </a:t>
            </a:r>
            <a:r>
              <a:rPr lang="en-AU" sz="1800" dirty="0">
                <a:effectLst/>
                <a:latin typeface="MTMI"/>
              </a:rPr>
              <a:t>p </a:t>
            </a:r>
            <a:r>
              <a:rPr lang="en-AU" sz="1800" dirty="0">
                <a:effectLst/>
                <a:latin typeface="MTSYN"/>
              </a:rPr>
              <a:t>∨ </a:t>
            </a:r>
            <a:r>
              <a:rPr lang="en-AU" sz="1800" dirty="0">
                <a:effectLst/>
                <a:latin typeface="MTMI"/>
              </a:rPr>
              <a:t>r </a:t>
            </a:r>
            <a:r>
              <a:rPr lang="en-AU" sz="1800" dirty="0">
                <a:effectLst/>
                <a:latin typeface="Times" pitchFamily="2" charset="0"/>
              </a:rPr>
              <a:t>and </a:t>
            </a:r>
            <a:r>
              <a:rPr lang="en-AU" sz="1800" dirty="0">
                <a:effectLst/>
                <a:latin typeface="MTMI"/>
              </a:rPr>
              <a:t>q </a:t>
            </a:r>
            <a:r>
              <a:rPr lang="en-AU" sz="1800" dirty="0">
                <a:effectLst/>
                <a:latin typeface="MTSYN"/>
              </a:rPr>
              <a:t>∨ </a:t>
            </a:r>
            <a:r>
              <a:rPr lang="en-AU" sz="1800" dirty="0">
                <a:effectLst/>
                <a:latin typeface="MTMI"/>
              </a:rPr>
              <a:t>r</a:t>
            </a:r>
            <a:r>
              <a:rPr lang="en-AU" sz="1800" dirty="0">
                <a:effectLst/>
                <a:latin typeface="Times" pitchFamily="2" charset="0"/>
              </a:rPr>
              <a:t>. We can also replace </a:t>
            </a:r>
            <a:r>
              <a:rPr lang="en-AU" sz="1800" dirty="0">
                <a:effectLst/>
                <a:latin typeface="MTMI"/>
              </a:rPr>
              <a:t>r </a:t>
            </a:r>
            <a:r>
              <a:rPr lang="en-AU" sz="1800" dirty="0">
                <a:effectLst/>
                <a:latin typeface="MTSYN"/>
              </a:rPr>
              <a:t>→ </a:t>
            </a:r>
            <a:r>
              <a:rPr lang="en-AU" sz="1800" dirty="0">
                <a:effectLst/>
                <a:latin typeface="MTMI"/>
              </a:rPr>
              <a:t>s </a:t>
            </a:r>
            <a:r>
              <a:rPr lang="en-AU" sz="1800" dirty="0">
                <a:effectLst/>
                <a:latin typeface="Times" pitchFamily="2" charset="0"/>
              </a:rPr>
              <a:t>by the equivalent clause </a:t>
            </a:r>
            <a:r>
              <a:rPr lang="en-AU" sz="1800" dirty="0">
                <a:effectLst/>
                <a:latin typeface="MTSYN"/>
              </a:rPr>
              <a:t>¬</a:t>
            </a:r>
            <a:r>
              <a:rPr lang="en-AU" sz="1800" dirty="0">
                <a:effectLst/>
                <a:latin typeface="MTMI"/>
              </a:rPr>
              <a:t>r </a:t>
            </a:r>
            <a:r>
              <a:rPr lang="en-AU" sz="1800" dirty="0">
                <a:effectLst/>
                <a:latin typeface="MTSYN"/>
              </a:rPr>
              <a:t>∨ </a:t>
            </a:r>
            <a:r>
              <a:rPr lang="en-AU" sz="1800" dirty="0">
                <a:effectLst/>
                <a:latin typeface="MTMI"/>
              </a:rPr>
              <a:t>s</a:t>
            </a:r>
            <a:r>
              <a:rPr lang="en-AU" sz="1800" dirty="0">
                <a:effectLst/>
                <a:latin typeface="Times" pitchFamily="2" charset="0"/>
              </a:rPr>
              <a:t>. Using the two clauses </a:t>
            </a:r>
            <a:r>
              <a:rPr lang="en-AU" sz="1800" dirty="0">
                <a:effectLst/>
                <a:latin typeface="MTMI"/>
              </a:rPr>
              <a:t>p </a:t>
            </a:r>
            <a:r>
              <a:rPr lang="en-AU" sz="1800" dirty="0">
                <a:effectLst/>
                <a:latin typeface="MTSYN"/>
              </a:rPr>
              <a:t>∨ </a:t>
            </a:r>
            <a:r>
              <a:rPr lang="en-AU" sz="1800" dirty="0">
                <a:effectLst/>
                <a:latin typeface="MTMI"/>
              </a:rPr>
              <a:t>r </a:t>
            </a:r>
            <a:r>
              <a:rPr lang="en-AU" sz="1800" dirty="0">
                <a:effectLst/>
                <a:latin typeface="Times" pitchFamily="2" charset="0"/>
              </a:rPr>
              <a:t>and </a:t>
            </a:r>
            <a:r>
              <a:rPr lang="en-AU" sz="1800" dirty="0">
                <a:effectLst/>
                <a:latin typeface="MTSYN"/>
              </a:rPr>
              <a:t>¬</a:t>
            </a:r>
            <a:r>
              <a:rPr lang="en-AU" sz="1800" dirty="0">
                <a:effectLst/>
                <a:latin typeface="MTMI"/>
              </a:rPr>
              <a:t>r </a:t>
            </a:r>
            <a:r>
              <a:rPr lang="en-AU" sz="1800" dirty="0">
                <a:effectLst/>
                <a:latin typeface="MTSYN"/>
              </a:rPr>
              <a:t>∨ </a:t>
            </a:r>
            <a:r>
              <a:rPr lang="en-AU" sz="1800" dirty="0">
                <a:effectLst/>
                <a:latin typeface="MTMI"/>
              </a:rPr>
              <a:t>s</a:t>
            </a:r>
            <a:r>
              <a:rPr lang="en-AU" sz="1800" dirty="0">
                <a:effectLst/>
                <a:latin typeface="Times" pitchFamily="2" charset="0"/>
              </a:rPr>
              <a:t>, we can use resolution to conclude </a:t>
            </a:r>
            <a:r>
              <a:rPr lang="en-AU" sz="1800" dirty="0">
                <a:effectLst/>
                <a:latin typeface="MTMI"/>
              </a:rPr>
              <a:t>p </a:t>
            </a:r>
            <a:r>
              <a:rPr lang="en-AU" sz="1800" dirty="0">
                <a:effectLst/>
                <a:latin typeface="MTSYN"/>
              </a:rPr>
              <a:t>∨ </a:t>
            </a:r>
            <a:r>
              <a:rPr lang="en-AU" sz="1800" dirty="0">
                <a:effectLst/>
                <a:latin typeface="MTMI"/>
              </a:rPr>
              <a:t>s</a:t>
            </a:r>
            <a:r>
              <a:rPr lang="en-AU" sz="1800" dirty="0">
                <a:effectLst/>
                <a:latin typeface="Times" pitchFamily="2" charset="0"/>
              </a:rPr>
              <a:t>. </a:t>
            </a:r>
            <a:endParaRPr lang="en-AU" dirty="0"/>
          </a:p>
          <a:p>
            <a:endParaRPr lang="en-US" dirty="0"/>
          </a:p>
        </p:txBody>
      </p:sp>
    </p:spTree>
    <p:extLst>
      <p:ext uri="{BB962C8B-B14F-4D97-AF65-F5344CB8AC3E}">
        <p14:creationId xmlns:p14="http://schemas.microsoft.com/office/powerpoint/2010/main" val="2610703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3C31A6-3F3F-E9FE-06DE-99995EED076E}"/>
              </a:ext>
            </a:extLst>
          </p:cNvPr>
          <p:cNvSpPr>
            <a:spLocks noGrp="1"/>
          </p:cNvSpPr>
          <p:nvPr>
            <p:ph idx="1"/>
          </p:nvPr>
        </p:nvSpPr>
        <p:spPr>
          <a:xfrm>
            <a:off x="457200" y="609600"/>
            <a:ext cx="8229600" cy="4525963"/>
          </a:xfrm>
        </p:spPr>
        <p:txBody>
          <a:bodyPr/>
          <a:lstStyle/>
          <a:p>
            <a:r>
              <a:rPr lang="en-AU" sz="1800" b="1" dirty="0">
                <a:effectLst/>
                <a:latin typeface="Times" pitchFamily="2" charset="0"/>
              </a:rPr>
              <a:t>Example:</a:t>
            </a:r>
            <a:r>
              <a:rPr lang="en-AU" sz="1800" dirty="0">
                <a:effectLst/>
                <a:latin typeface="Times" pitchFamily="2" charset="0"/>
              </a:rPr>
              <a:t> Show that the premises “It is not sunny this afternoon and it is colder than yesterday,” “We will go swimming only if it is sunny,” “If we do not go swimming, then we will take a canoe trip,” and “If we take a canoe trip, then we will be home by sunset” lead to the conclusion “We will be home by sunset.” </a:t>
            </a:r>
            <a:endParaRPr lang="en-AU" dirty="0"/>
          </a:p>
          <a:p>
            <a:r>
              <a:rPr lang="en-AU" sz="1800" i="1" dirty="0">
                <a:solidFill>
                  <a:srgbClr val="00FFFF"/>
                </a:solidFill>
                <a:effectLst/>
                <a:latin typeface="Times" pitchFamily="2" charset="0"/>
              </a:rPr>
              <a:t>Solution: </a:t>
            </a:r>
            <a:r>
              <a:rPr lang="en-AU" sz="1800" dirty="0">
                <a:effectLst/>
                <a:latin typeface="Times" pitchFamily="2" charset="0"/>
              </a:rPr>
              <a:t>Let </a:t>
            </a:r>
          </a:p>
          <a:p>
            <a:pPr marL="0" indent="0">
              <a:buNone/>
            </a:pPr>
            <a:r>
              <a:rPr lang="en-AU" sz="1800" dirty="0">
                <a:effectLst/>
                <a:latin typeface="MTMI"/>
              </a:rPr>
              <a:t>           p </a:t>
            </a:r>
            <a:r>
              <a:rPr lang="en-AU" sz="1800" dirty="0">
                <a:latin typeface="Times" pitchFamily="2" charset="0"/>
              </a:rPr>
              <a:t>=</a:t>
            </a:r>
            <a:r>
              <a:rPr lang="en-AU" sz="1800" dirty="0">
                <a:effectLst/>
                <a:latin typeface="Times" pitchFamily="2" charset="0"/>
              </a:rPr>
              <a:t>“It is sunny this afternoon,” </a:t>
            </a:r>
          </a:p>
          <a:p>
            <a:pPr marL="0" indent="0">
              <a:buNone/>
            </a:pPr>
            <a:r>
              <a:rPr lang="en-AU" sz="1800" dirty="0">
                <a:latin typeface="Times" pitchFamily="2" charset="0"/>
              </a:rPr>
              <a:t>          </a:t>
            </a:r>
            <a:r>
              <a:rPr lang="en-AU" sz="1800" dirty="0">
                <a:effectLst/>
                <a:latin typeface="MTMI"/>
              </a:rPr>
              <a:t>q = </a:t>
            </a:r>
            <a:r>
              <a:rPr lang="en-AU" sz="1800" dirty="0">
                <a:effectLst/>
                <a:latin typeface="Times" pitchFamily="2" charset="0"/>
              </a:rPr>
              <a:t>“It is colder than yesterday,” </a:t>
            </a:r>
          </a:p>
          <a:p>
            <a:pPr marL="0" indent="0">
              <a:buNone/>
            </a:pPr>
            <a:r>
              <a:rPr lang="en-AU" sz="1800" dirty="0">
                <a:latin typeface="Times" pitchFamily="2" charset="0"/>
              </a:rPr>
              <a:t>          </a:t>
            </a:r>
            <a:r>
              <a:rPr lang="en-AU" sz="1800" dirty="0">
                <a:effectLst/>
                <a:latin typeface="MTMI"/>
              </a:rPr>
              <a:t>r =  </a:t>
            </a:r>
            <a:r>
              <a:rPr lang="en-AU" sz="1800" dirty="0">
                <a:effectLst/>
                <a:latin typeface="Times" pitchFamily="2" charset="0"/>
              </a:rPr>
              <a:t>“We will go swimming,” </a:t>
            </a:r>
          </a:p>
          <a:p>
            <a:pPr marL="0" indent="0">
              <a:buNone/>
            </a:pPr>
            <a:r>
              <a:rPr lang="en-AU" sz="1800" dirty="0">
                <a:latin typeface="Times" pitchFamily="2" charset="0"/>
              </a:rPr>
              <a:t>          </a:t>
            </a:r>
            <a:r>
              <a:rPr lang="en-AU" sz="1800" dirty="0">
                <a:effectLst/>
                <a:latin typeface="MTMI"/>
              </a:rPr>
              <a:t>s = </a:t>
            </a:r>
            <a:r>
              <a:rPr lang="en-AU" sz="1800" dirty="0">
                <a:effectLst/>
                <a:latin typeface="Times" pitchFamily="2" charset="0"/>
              </a:rPr>
              <a:t>“We will take a canoe trip,” </a:t>
            </a:r>
          </a:p>
          <a:p>
            <a:pPr marL="0" indent="0">
              <a:buNone/>
            </a:pPr>
            <a:r>
              <a:rPr lang="en-AU" sz="1800" dirty="0">
                <a:latin typeface="Times" pitchFamily="2" charset="0"/>
              </a:rPr>
              <a:t>          </a:t>
            </a:r>
            <a:r>
              <a:rPr lang="en-AU" sz="1800" dirty="0">
                <a:effectLst/>
                <a:latin typeface="MTMI"/>
              </a:rPr>
              <a:t>t = </a:t>
            </a:r>
            <a:r>
              <a:rPr lang="en-AU" sz="1800" dirty="0">
                <a:effectLst/>
                <a:latin typeface="Times" pitchFamily="2" charset="0"/>
              </a:rPr>
              <a:t>“We will be home by sunset.” </a:t>
            </a:r>
            <a:endParaRPr lang="en-AU" dirty="0"/>
          </a:p>
          <a:p>
            <a:pPr marL="0" indent="0">
              <a:buNone/>
            </a:pPr>
            <a:r>
              <a:rPr lang="en-AU" sz="1800" dirty="0">
                <a:effectLst/>
                <a:latin typeface="Times" pitchFamily="2" charset="0"/>
              </a:rPr>
              <a:t>          We need to construct an argument to show that the premises </a:t>
            </a:r>
          </a:p>
          <a:p>
            <a:pPr marL="0" indent="0">
              <a:buNone/>
            </a:pPr>
            <a:endParaRPr lang="en-AU" sz="1800" dirty="0">
              <a:latin typeface="Times" pitchFamily="2" charset="0"/>
            </a:endParaRPr>
          </a:p>
          <a:p>
            <a:pPr marL="0" indent="0">
              <a:buNone/>
            </a:pPr>
            <a:r>
              <a:rPr lang="en-AU" sz="1800" dirty="0">
                <a:latin typeface="Times" pitchFamily="2" charset="0"/>
              </a:rPr>
              <a:t>          </a:t>
            </a:r>
            <a:r>
              <a:rPr lang="en-AU" sz="1800" dirty="0">
                <a:effectLst/>
                <a:latin typeface="Times" pitchFamily="2" charset="0"/>
              </a:rPr>
              <a:t>lead to the desired conclusion t. </a:t>
            </a:r>
            <a:endParaRPr lang="en-AU" dirty="0"/>
          </a:p>
          <a:p>
            <a:endParaRPr lang="en-US" dirty="0"/>
          </a:p>
        </p:txBody>
      </p:sp>
      <p:pic>
        <p:nvPicPr>
          <p:cNvPr id="4" name="Picture 3">
            <a:extLst>
              <a:ext uri="{FF2B5EF4-FFF2-40B4-BE49-F238E27FC236}">
                <a16:creationId xmlns:a16="http://schemas.microsoft.com/office/drawing/2014/main" id="{CD9FA496-6416-AEAD-F3EB-E074C8A1A2FE}"/>
              </a:ext>
            </a:extLst>
          </p:cNvPr>
          <p:cNvPicPr>
            <a:picLocks noChangeAspect="1"/>
          </p:cNvPicPr>
          <p:nvPr/>
        </p:nvPicPr>
        <p:blipFill>
          <a:blip r:embed="rId2"/>
          <a:stretch>
            <a:fillRect/>
          </a:stretch>
        </p:blipFill>
        <p:spPr>
          <a:xfrm>
            <a:off x="1600200" y="4114800"/>
            <a:ext cx="3200400" cy="306552"/>
          </a:xfrm>
          <a:prstGeom prst="rect">
            <a:avLst/>
          </a:prstGeom>
        </p:spPr>
      </p:pic>
      <p:pic>
        <p:nvPicPr>
          <p:cNvPr id="5" name="Picture 4">
            <a:extLst>
              <a:ext uri="{FF2B5EF4-FFF2-40B4-BE49-F238E27FC236}">
                <a16:creationId xmlns:a16="http://schemas.microsoft.com/office/drawing/2014/main" id="{2EAE1551-CADA-BE15-C2B0-3B6CD69B2302}"/>
              </a:ext>
            </a:extLst>
          </p:cNvPr>
          <p:cNvPicPr>
            <a:picLocks noChangeAspect="1"/>
          </p:cNvPicPr>
          <p:nvPr/>
        </p:nvPicPr>
        <p:blipFill>
          <a:blip r:embed="rId3"/>
          <a:stretch>
            <a:fillRect/>
          </a:stretch>
        </p:blipFill>
        <p:spPr>
          <a:xfrm>
            <a:off x="5105400" y="4114800"/>
            <a:ext cx="774700" cy="304800"/>
          </a:xfrm>
          <a:prstGeom prst="rect">
            <a:avLst/>
          </a:prstGeom>
        </p:spPr>
      </p:pic>
    </p:spTree>
    <p:extLst>
      <p:ext uri="{BB962C8B-B14F-4D97-AF65-F5344CB8AC3E}">
        <p14:creationId xmlns:p14="http://schemas.microsoft.com/office/powerpoint/2010/main" val="25857297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D00ED5-8A4D-1728-D5B4-E6E9F6887D90}"/>
              </a:ext>
            </a:extLst>
          </p:cNvPr>
          <p:cNvPicPr>
            <a:picLocks noChangeAspect="1"/>
          </p:cNvPicPr>
          <p:nvPr/>
        </p:nvPicPr>
        <p:blipFill>
          <a:blip r:embed="rId2"/>
          <a:stretch>
            <a:fillRect/>
          </a:stretch>
        </p:blipFill>
        <p:spPr>
          <a:xfrm>
            <a:off x="990600" y="1219200"/>
            <a:ext cx="6794500" cy="3619500"/>
          </a:xfrm>
          <a:prstGeom prst="rect">
            <a:avLst/>
          </a:prstGeom>
        </p:spPr>
      </p:pic>
    </p:spTree>
    <p:extLst>
      <p:ext uri="{BB962C8B-B14F-4D97-AF65-F5344CB8AC3E}">
        <p14:creationId xmlns:p14="http://schemas.microsoft.com/office/powerpoint/2010/main" val="37022101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7B7BD6-E8AA-0133-3798-64F8589B28FA}"/>
              </a:ext>
            </a:extLst>
          </p:cNvPr>
          <p:cNvSpPr>
            <a:spLocks noGrp="1"/>
          </p:cNvSpPr>
          <p:nvPr>
            <p:ph idx="1"/>
          </p:nvPr>
        </p:nvSpPr>
        <p:spPr>
          <a:xfrm>
            <a:off x="457200" y="381000"/>
            <a:ext cx="8229600" cy="4525963"/>
          </a:xfrm>
        </p:spPr>
        <p:txBody>
          <a:bodyPr/>
          <a:lstStyle/>
          <a:p>
            <a:r>
              <a:rPr lang="en-AU" sz="1800" dirty="0">
                <a:effectLst/>
                <a:latin typeface="Times" pitchFamily="2" charset="0"/>
              </a:rPr>
              <a:t>Example: Show that the premises “If you send me an e-mail message, then I will finish writing the program,” “If you do not send me an e-mail message, then I will go to sleep early,” and “If I go to sleep early, then I will wake up feeling refreshed” lead to the conclusion “If I do not finish writing the program, then I will wake up feeling refreshed.” </a:t>
            </a:r>
            <a:endParaRPr lang="en-AU" dirty="0"/>
          </a:p>
          <a:p>
            <a:r>
              <a:rPr lang="en-AU" sz="1800" i="1" dirty="0">
                <a:solidFill>
                  <a:srgbClr val="00FFFF"/>
                </a:solidFill>
                <a:effectLst/>
                <a:latin typeface="Times" pitchFamily="2" charset="0"/>
              </a:rPr>
              <a:t>Solution: </a:t>
            </a:r>
            <a:r>
              <a:rPr lang="en-AU" sz="1800" dirty="0">
                <a:effectLst/>
                <a:latin typeface="Times" pitchFamily="2" charset="0"/>
              </a:rPr>
              <a:t>Let </a:t>
            </a:r>
          </a:p>
          <a:p>
            <a:pPr marL="0" indent="0">
              <a:buNone/>
            </a:pPr>
            <a:r>
              <a:rPr lang="en-AU" sz="1800" dirty="0">
                <a:latin typeface="Times" pitchFamily="2" charset="0"/>
              </a:rPr>
              <a:t>         </a:t>
            </a:r>
            <a:r>
              <a:rPr lang="en-AU" sz="1800" dirty="0">
                <a:effectLst/>
                <a:latin typeface="MTMI"/>
              </a:rPr>
              <a:t>p =</a:t>
            </a:r>
            <a:r>
              <a:rPr lang="en-AU" sz="1800" dirty="0">
                <a:effectLst/>
                <a:latin typeface="Times" pitchFamily="2" charset="0"/>
              </a:rPr>
              <a:t>“You send me an e-mail message,”</a:t>
            </a:r>
          </a:p>
          <a:p>
            <a:pPr marL="0" indent="0">
              <a:buNone/>
            </a:pPr>
            <a:r>
              <a:rPr lang="en-AU" sz="1800" dirty="0">
                <a:latin typeface="Times" pitchFamily="2" charset="0"/>
              </a:rPr>
              <a:t>        </a:t>
            </a:r>
            <a:r>
              <a:rPr lang="en-AU" sz="1800" dirty="0">
                <a:effectLst/>
                <a:latin typeface="Times" pitchFamily="2" charset="0"/>
              </a:rPr>
              <a:t> </a:t>
            </a:r>
            <a:r>
              <a:rPr lang="en-AU" sz="1800" dirty="0">
                <a:effectLst/>
                <a:latin typeface="MTMI"/>
              </a:rPr>
              <a:t>q = </a:t>
            </a:r>
            <a:r>
              <a:rPr lang="en-AU" sz="1800" dirty="0">
                <a:effectLst/>
                <a:latin typeface="Times" pitchFamily="2" charset="0"/>
              </a:rPr>
              <a:t>“I will finish writing the program,” </a:t>
            </a:r>
          </a:p>
          <a:p>
            <a:pPr marL="0" indent="0">
              <a:buNone/>
            </a:pPr>
            <a:r>
              <a:rPr lang="en-AU" sz="1800" dirty="0">
                <a:latin typeface="Times" pitchFamily="2" charset="0"/>
              </a:rPr>
              <a:t>          </a:t>
            </a:r>
            <a:r>
              <a:rPr lang="en-AU" sz="1800" dirty="0">
                <a:effectLst/>
                <a:latin typeface="MTMI"/>
              </a:rPr>
              <a:t>r = </a:t>
            </a:r>
            <a:r>
              <a:rPr lang="en-AU" sz="1800" dirty="0">
                <a:effectLst/>
                <a:latin typeface="Times" pitchFamily="2" charset="0"/>
              </a:rPr>
              <a:t> “I will go to sleep early,” </a:t>
            </a:r>
          </a:p>
          <a:p>
            <a:pPr marL="0" indent="0">
              <a:buNone/>
            </a:pPr>
            <a:r>
              <a:rPr lang="en-AU" sz="1800" dirty="0">
                <a:latin typeface="Times" pitchFamily="2" charset="0"/>
              </a:rPr>
              <a:t>          </a:t>
            </a:r>
            <a:r>
              <a:rPr lang="en-AU" sz="1800" dirty="0">
                <a:effectLst/>
                <a:latin typeface="MTMI"/>
              </a:rPr>
              <a:t>s = </a:t>
            </a:r>
            <a:r>
              <a:rPr lang="en-AU" sz="1800" dirty="0">
                <a:effectLst/>
                <a:latin typeface="Times" pitchFamily="2" charset="0"/>
              </a:rPr>
              <a:t> “I will wake up feeling refreshed.” </a:t>
            </a:r>
          </a:p>
          <a:p>
            <a:pPr marL="0" indent="0">
              <a:buNone/>
            </a:pPr>
            <a:r>
              <a:rPr lang="en-AU" sz="1800" dirty="0">
                <a:latin typeface="Times" pitchFamily="2" charset="0"/>
              </a:rPr>
              <a:t>         </a:t>
            </a:r>
            <a:r>
              <a:rPr lang="en-AU" sz="1800" dirty="0">
                <a:effectLst/>
                <a:latin typeface="Times" pitchFamily="2" charset="0"/>
              </a:rPr>
              <a:t>Then the premises are </a:t>
            </a:r>
            <a:r>
              <a:rPr lang="en-AU" sz="1800" dirty="0">
                <a:effectLst/>
                <a:latin typeface="MTMI"/>
              </a:rPr>
              <a:t>p </a:t>
            </a:r>
            <a:r>
              <a:rPr lang="en-AU" sz="1800" dirty="0">
                <a:effectLst/>
                <a:latin typeface="MTSYN"/>
              </a:rPr>
              <a:t>→ </a:t>
            </a:r>
            <a:r>
              <a:rPr lang="en-AU" sz="1800" dirty="0">
                <a:effectLst/>
                <a:latin typeface="MTMI"/>
              </a:rPr>
              <a:t>q</a:t>
            </a:r>
            <a:r>
              <a:rPr lang="en-AU" sz="1800" dirty="0">
                <a:effectLst/>
                <a:latin typeface="Times" pitchFamily="2" charset="0"/>
              </a:rPr>
              <a:t>, </a:t>
            </a:r>
            <a:r>
              <a:rPr lang="en-AU" sz="1800" dirty="0">
                <a:effectLst/>
                <a:latin typeface="MTSYN"/>
              </a:rPr>
              <a:t>¬</a:t>
            </a:r>
            <a:r>
              <a:rPr lang="en-AU" sz="1800" dirty="0">
                <a:effectLst/>
                <a:latin typeface="MTMI"/>
              </a:rPr>
              <a:t>p </a:t>
            </a:r>
            <a:r>
              <a:rPr lang="en-AU" sz="1800" dirty="0">
                <a:effectLst/>
                <a:latin typeface="MTSYN"/>
              </a:rPr>
              <a:t>→ </a:t>
            </a:r>
            <a:r>
              <a:rPr lang="en-AU" sz="1800" dirty="0">
                <a:effectLst/>
                <a:latin typeface="MTMI"/>
              </a:rPr>
              <a:t>r</a:t>
            </a:r>
            <a:r>
              <a:rPr lang="en-AU" sz="1800" dirty="0">
                <a:effectLst/>
                <a:latin typeface="Times" pitchFamily="2" charset="0"/>
              </a:rPr>
              <a:t>, and </a:t>
            </a:r>
            <a:r>
              <a:rPr lang="en-AU" sz="1800" dirty="0">
                <a:effectLst/>
                <a:latin typeface="MTMI"/>
              </a:rPr>
              <a:t>r </a:t>
            </a:r>
            <a:r>
              <a:rPr lang="en-AU" sz="1800" dirty="0">
                <a:effectLst/>
                <a:latin typeface="MTSYN"/>
              </a:rPr>
              <a:t>→ </a:t>
            </a:r>
            <a:r>
              <a:rPr lang="en-AU" sz="1800" dirty="0">
                <a:effectLst/>
                <a:latin typeface="MTMI"/>
              </a:rPr>
              <a:t>s</a:t>
            </a:r>
            <a:r>
              <a:rPr lang="en-AU" sz="1800" dirty="0">
                <a:effectLst/>
                <a:latin typeface="Times" pitchFamily="2" charset="0"/>
              </a:rPr>
              <a:t>. </a:t>
            </a:r>
          </a:p>
          <a:p>
            <a:pPr marL="0" indent="0">
              <a:buNone/>
            </a:pPr>
            <a:r>
              <a:rPr lang="en-AU" sz="1800" dirty="0">
                <a:latin typeface="Times" pitchFamily="2" charset="0"/>
              </a:rPr>
              <a:t>         </a:t>
            </a:r>
            <a:r>
              <a:rPr lang="en-AU" sz="1800" dirty="0">
                <a:effectLst/>
                <a:latin typeface="Times" pitchFamily="2" charset="0"/>
              </a:rPr>
              <a:t>The desired conclusion is </a:t>
            </a:r>
            <a:r>
              <a:rPr lang="en-AU" sz="1800" dirty="0">
                <a:effectLst/>
                <a:latin typeface="MTSYN"/>
              </a:rPr>
              <a:t>¬</a:t>
            </a:r>
            <a:r>
              <a:rPr lang="en-AU" sz="1800" dirty="0">
                <a:effectLst/>
                <a:latin typeface="MTMI"/>
              </a:rPr>
              <a:t>q </a:t>
            </a:r>
            <a:r>
              <a:rPr lang="en-AU" sz="1800" dirty="0">
                <a:effectLst/>
                <a:latin typeface="MTSYN"/>
              </a:rPr>
              <a:t>→ </a:t>
            </a:r>
            <a:r>
              <a:rPr lang="en-AU" sz="1800" dirty="0">
                <a:effectLst/>
                <a:latin typeface="MTMI"/>
              </a:rPr>
              <a:t>s</a:t>
            </a:r>
            <a:r>
              <a:rPr lang="en-AU" sz="1800" dirty="0">
                <a:effectLst/>
                <a:latin typeface="Times" pitchFamily="2" charset="0"/>
              </a:rPr>
              <a:t>. </a:t>
            </a:r>
            <a:endParaRPr lang="en-AU" dirty="0"/>
          </a:p>
          <a:p>
            <a:endParaRPr lang="en-US" dirty="0"/>
          </a:p>
        </p:txBody>
      </p:sp>
    </p:spTree>
    <p:extLst>
      <p:ext uri="{BB962C8B-B14F-4D97-AF65-F5344CB8AC3E}">
        <p14:creationId xmlns:p14="http://schemas.microsoft.com/office/powerpoint/2010/main" val="22471188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36FCC13-FD4F-C317-6ED6-604F2A6CE908}"/>
              </a:ext>
            </a:extLst>
          </p:cNvPr>
          <p:cNvPicPr>
            <a:picLocks noGrp="1" noChangeAspect="1"/>
          </p:cNvPicPr>
          <p:nvPr>
            <p:ph idx="1"/>
          </p:nvPr>
        </p:nvPicPr>
        <p:blipFill>
          <a:blip r:embed="rId2"/>
          <a:stretch>
            <a:fillRect/>
          </a:stretch>
        </p:blipFill>
        <p:spPr>
          <a:xfrm>
            <a:off x="501650" y="736895"/>
            <a:ext cx="8140700" cy="2679700"/>
          </a:xfrm>
          <a:prstGeom prst="rect">
            <a:avLst/>
          </a:prstGeom>
        </p:spPr>
      </p:pic>
    </p:spTree>
    <p:extLst>
      <p:ext uri="{BB962C8B-B14F-4D97-AF65-F5344CB8AC3E}">
        <p14:creationId xmlns:p14="http://schemas.microsoft.com/office/powerpoint/2010/main" val="18374746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 y="381000"/>
            <a:ext cx="8738041"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63608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20399"/>
            <a:ext cx="8796337" cy="2399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1574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18E0F-02FE-DE13-84F6-5734B8B1A3C9}"/>
              </a:ext>
            </a:extLst>
          </p:cNvPr>
          <p:cNvSpPr>
            <a:spLocks noGrp="1"/>
          </p:cNvSpPr>
          <p:nvPr>
            <p:ph type="title"/>
          </p:nvPr>
        </p:nvSpPr>
        <p:spPr/>
        <p:txBody>
          <a:bodyPr/>
          <a:lstStyle/>
          <a:p>
            <a:r>
              <a:rPr lang="en-US" b="1" dirty="0">
                <a:solidFill>
                  <a:srgbClr val="00B0F0"/>
                </a:solidFill>
              </a:rPr>
              <a:t>Logic circuit</a:t>
            </a:r>
          </a:p>
        </p:txBody>
      </p:sp>
      <p:sp>
        <p:nvSpPr>
          <p:cNvPr id="3" name="Content Placeholder 2">
            <a:extLst>
              <a:ext uri="{FF2B5EF4-FFF2-40B4-BE49-F238E27FC236}">
                <a16:creationId xmlns:a16="http://schemas.microsoft.com/office/drawing/2014/main" id="{621624F8-7D0F-B008-17D9-BA66071BBC96}"/>
              </a:ext>
            </a:extLst>
          </p:cNvPr>
          <p:cNvSpPr>
            <a:spLocks noGrp="1"/>
          </p:cNvSpPr>
          <p:nvPr>
            <p:ph idx="1"/>
          </p:nvPr>
        </p:nvSpPr>
        <p:spPr/>
        <p:txBody>
          <a:bodyPr/>
          <a:lstStyle/>
          <a:p>
            <a:r>
              <a:rPr lang="en-US" b="1" dirty="0">
                <a:solidFill>
                  <a:srgbClr val="00B0F0"/>
                </a:solidFill>
              </a:rPr>
              <a:t>Definition:</a:t>
            </a:r>
            <a:r>
              <a:rPr lang="en-US" dirty="0"/>
              <a:t> </a:t>
            </a:r>
            <a:r>
              <a:rPr lang="en-AU" sz="2800" dirty="0">
                <a:effectLst/>
                <a:latin typeface="Times" pitchFamily="2" charset="0"/>
              </a:rPr>
              <a:t>A </a:t>
            </a:r>
            <a:r>
              <a:rPr lang="en-AU" sz="2800" b="1" dirty="0">
                <a:effectLst/>
                <a:latin typeface="Times" pitchFamily="2" charset="0"/>
              </a:rPr>
              <a:t>logic circuit </a:t>
            </a:r>
            <a:r>
              <a:rPr lang="en-AU" sz="2800" dirty="0">
                <a:effectLst/>
                <a:latin typeface="Times" pitchFamily="2" charset="0"/>
              </a:rPr>
              <a:t>(or </a:t>
            </a:r>
            <a:r>
              <a:rPr lang="en-AU" sz="2800" b="1" dirty="0">
                <a:effectLst/>
                <a:latin typeface="Times" pitchFamily="2" charset="0"/>
              </a:rPr>
              <a:t>digital circuit</a:t>
            </a:r>
            <a:r>
              <a:rPr lang="en-AU" sz="2800" dirty="0">
                <a:effectLst/>
                <a:latin typeface="Times" pitchFamily="2" charset="0"/>
              </a:rPr>
              <a:t>) receives input signals, each a bit [either 0 (off) or 1 (on)], and produces output signals, each a bit. </a:t>
            </a:r>
          </a:p>
          <a:p>
            <a:r>
              <a:rPr lang="en-AU" sz="2800" dirty="0">
                <a:latin typeface="Times" pitchFamily="2" charset="0"/>
              </a:rPr>
              <a:t>W</a:t>
            </a:r>
            <a:r>
              <a:rPr lang="en-AU" sz="2800" dirty="0">
                <a:effectLst/>
                <a:latin typeface="Times" pitchFamily="2" charset="0"/>
              </a:rPr>
              <a:t>e will restrict our attention to logic circuits with a single output signal; in general, digital circuits may have multiple outputs. </a:t>
            </a:r>
            <a:endParaRPr lang="en-AU" sz="2800" dirty="0"/>
          </a:p>
          <a:p>
            <a:endParaRPr lang="en-US" dirty="0"/>
          </a:p>
        </p:txBody>
      </p:sp>
      <p:pic>
        <p:nvPicPr>
          <p:cNvPr id="4" name="Picture 3">
            <a:extLst>
              <a:ext uri="{FF2B5EF4-FFF2-40B4-BE49-F238E27FC236}">
                <a16:creationId xmlns:a16="http://schemas.microsoft.com/office/drawing/2014/main" id="{FE957840-C47B-1DB6-9A1E-15128B03E07A}"/>
              </a:ext>
            </a:extLst>
          </p:cNvPr>
          <p:cNvPicPr>
            <a:picLocks noChangeAspect="1"/>
          </p:cNvPicPr>
          <p:nvPr/>
        </p:nvPicPr>
        <p:blipFill>
          <a:blip r:embed="rId2"/>
          <a:stretch>
            <a:fillRect/>
          </a:stretch>
        </p:blipFill>
        <p:spPr>
          <a:xfrm>
            <a:off x="76200" y="4934443"/>
            <a:ext cx="8991600" cy="1313957"/>
          </a:xfrm>
          <a:prstGeom prst="rect">
            <a:avLst/>
          </a:prstGeom>
        </p:spPr>
      </p:pic>
    </p:spTree>
    <p:extLst>
      <p:ext uri="{BB962C8B-B14F-4D97-AF65-F5344CB8AC3E}">
        <p14:creationId xmlns:p14="http://schemas.microsoft.com/office/powerpoint/2010/main" val="37755470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7472E9-2BCF-B81E-F878-3A2FFF1E372C}"/>
              </a:ext>
            </a:extLst>
          </p:cNvPr>
          <p:cNvPicPr>
            <a:picLocks noChangeAspect="1"/>
          </p:cNvPicPr>
          <p:nvPr/>
        </p:nvPicPr>
        <p:blipFill>
          <a:blip r:embed="rId2"/>
          <a:stretch>
            <a:fillRect/>
          </a:stretch>
        </p:blipFill>
        <p:spPr>
          <a:xfrm>
            <a:off x="605483" y="1752600"/>
            <a:ext cx="8005119" cy="1752600"/>
          </a:xfrm>
          <a:prstGeom prst="rect">
            <a:avLst/>
          </a:prstGeom>
        </p:spPr>
      </p:pic>
      <p:sp>
        <p:nvSpPr>
          <p:cNvPr id="6" name="TextBox 5">
            <a:extLst>
              <a:ext uri="{FF2B5EF4-FFF2-40B4-BE49-F238E27FC236}">
                <a16:creationId xmlns:a16="http://schemas.microsoft.com/office/drawing/2014/main" id="{200153D6-3FD7-B5CC-BCCF-1311A4A4128D}"/>
              </a:ext>
            </a:extLst>
          </p:cNvPr>
          <p:cNvSpPr txBox="1"/>
          <p:nvPr/>
        </p:nvSpPr>
        <p:spPr>
          <a:xfrm>
            <a:off x="531341" y="527421"/>
            <a:ext cx="8153401" cy="954107"/>
          </a:xfrm>
          <a:prstGeom prst="rect">
            <a:avLst/>
          </a:prstGeom>
          <a:noFill/>
        </p:spPr>
        <p:txBody>
          <a:bodyPr wrap="square">
            <a:spAutoFit/>
          </a:bodyPr>
          <a:lstStyle/>
          <a:p>
            <a:r>
              <a:rPr lang="en-AU" sz="2800" dirty="0">
                <a:effectLst/>
                <a:latin typeface="Times" pitchFamily="2" charset="0"/>
              </a:rPr>
              <a:t>Example 1: Determine the output for the combinatorial circuit in the </a:t>
            </a:r>
            <a:r>
              <a:rPr lang="en-AU" sz="2800" dirty="0">
                <a:latin typeface="Times" pitchFamily="2" charset="0"/>
              </a:rPr>
              <a:t>f</a:t>
            </a:r>
            <a:r>
              <a:rPr lang="en-AU" sz="2800" dirty="0">
                <a:effectLst/>
                <a:latin typeface="Times" pitchFamily="2" charset="0"/>
              </a:rPr>
              <a:t>igure. </a:t>
            </a:r>
            <a:endParaRPr lang="en-AU" sz="2800" dirty="0"/>
          </a:p>
        </p:txBody>
      </p:sp>
      <p:sp>
        <p:nvSpPr>
          <p:cNvPr id="8" name="TextBox 7">
            <a:extLst>
              <a:ext uri="{FF2B5EF4-FFF2-40B4-BE49-F238E27FC236}">
                <a16:creationId xmlns:a16="http://schemas.microsoft.com/office/drawing/2014/main" id="{3085C087-0177-C98E-AE55-74BDD8DF99E2}"/>
              </a:ext>
            </a:extLst>
          </p:cNvPr>
          <p:cNvSpPr txBox="1"/>
          <p:nvPr/>
        </p:nvSpPr>
        <p:spPr>
          <a:xfrm>
            <a:off x="605483" y="4191000"/>
            <a:ext cx="8079259" cy="1384995"/>
          </a:xfrm>
          <a:prstGeom prst="rect">
            <a:avLst/>
          </a:prstGeom>
          <a:noFill/>
        </p:spPr>
        <p:txBody>
          <a:bodyPr wrap="square" rtlCol="0">
            <a:spAutoFit/>
          </a:bodyPr>
          <a:lstStyle/>
          <a:p>
            <a:r>
              <a:rPr lang="en-US" sz="2800" dirty="0"/>
              <a:t>Example 2: </a:t>
            </a:r>
            <a:r>
              <a:rPr lang="en-AU" sz="2800" dirty="0">
                <a:effectLst/>
                <a:latin typeface="Times" pitchFamily="2" charset="0"/>
              </a:rPr>
              <a:t>Build a digital circuit that produces the output </a:t>
            </a:r>
            <a:endParaRPr lang="en-AU" sz="2800" dirty="0"/>
          </a:p>
          <a:p>
            <a:endParaRPr lang="en-US" sz="2800" dirty="0"/>
          </a:p>
        </p:txBody>
      </p:sp>
      <p:pic>
        <p:nvPicPr>
          <p:cNvPr id="10" name="Picture 9">
            <a:extLst>
              <a:ext uri="{FF2B5EF4-FFF2-40B4-BE49-F238E27FC236}">
                <a16:creationId xmlns:a16="http://schemas.microsoft.com/office/drawing/2014/main" id="{CEF70E31-1930-25D1-6ECB-B78EADE4CF54}"/>
              </a:ext>
            </a:extLst>
          </p:cNvPr>
          <p:cNvPicPr>
            <a:picLocks noChangeAspect="1"/>
          </p:cNvPicPr>
          <p:nvPr/>
        </p:nvPicPr>
        <p:blipFill>
          <a:blip r:embed="rId3"/>
          <a:stretch>
            <a:fillRect/>
          </a:stretch>
        </p:blipFill>
        <p:spPr>
          <a:xfrm>
            <a:off x="1295400" y="5265192"/>
            <a:ext cx="5727646" cy="621605"/>
          </a:xfrm>
          <a:prstGeom prst="rect">
            <a:avLst/>
          </a:prstGeom>
        </p:spPr>
      </p:pic>
    </p:spTree>
    <p:extLst>
      <p:ext uri="{BB962C8B-B14F-4D97-AF65-F5344CB8AC3E}">
        <p14:creationId xmlns:p14="http://schemas.microsoft.com/office/powerpoint/2010/main" val="1533772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2454</TotalTime>
  <Words>751</Words>
  <Application>Microsoft Macintosh PowerPoint</Application>
  <PresentationFormat>On-screen Show (4:3)</PresentationFormat>
  <Paragraphs>54</Paragraphs>
  <Slides>56</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MTMI</vt:lpstr>
      <vt:lpstr>MTSYN</vt:lpstr>
      <vt:lpstr>Palatino</vt:lpstr>
      <vt:lpstr>Times</vt:lpstr>
      <vt:lpstr>Office Theme</vt:lpstr>
      <vt:lpstr>Chapter 1 Propositional Logic</vt:lpstr>
      <vt:lpstr>Propositional Logic</vt:lpstr>
      <vt:lpstr>PowerPoint Presentation</vt:lpstr>
      <vt:lpstr>PowerPoint Presentation</vt:lpstr>
      <vt:lpstr>PowerPoint Presentation</vt:lpstr>
      <vt:lpstr>PowerPoint Presentation</vt:lpstr>
      <vt:lpstr>PowerPoint Presentation</vt:lpstr>
      <vt:lpstr>Exclusive or</vt:lpstr>
      <vt:lpstr>PowerPoint Presentation</vt:lpstr>
      <vt:lpstr>PowerPoint Presentation</vt:lpstr>
      <vt:lpstr>PowerPoint Presentation</vt:lpstr>
      <vt:lpstr>Logical equivalence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Inference rule: Resolution</vt:lpstr>
      <vt:lpstr>PowerPoint Presentation</vt:lpstr>
      <vt:lpstr>PowerPoint Presentation</vt:lpstr>
      <vt:lpstr>PowerPoint Presentation</vt:lpstr>
      <vt:lpstr>PowerPoint Presentation</vt:lpstr>
      <vt:lpstr>PowerPoint Presentation</vt:lpstr>
      <vt:lpstr>PowerPoint Presentation</vt:lpstr>
      <vt:lpstr>Logic circuit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Propositional Logic</dc:title>
  <dc:creator>Dell</dc:creator>
  <cp:lastModifiedBy>Van Nguyen</cp:lastModifiedBy>
  <cp:revision>13</cp:revision>
  <dcterms:created xsi:type="dcterms:W3CDTF">2020-11-24T13:08:15Z</dcterms:created>
  <dcterms:modified xsi:type="dcterms:W3CDTF">2024-02-27T06:14:41Z</dcterms:modified>
</cp:coreProperties>
</file>
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pptx" ContentType="application/vnd.openxmlformats-officedocument.presentationml.presentation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4" r:id="rId16"/>
    <p:sldId id="273" r:id="rId17"/>
    <p:sldId id="272" r:id="rId18"/>
    <p:sldId id="269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5DCB02-9BB8-47FD-8907-85C794F793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7" autoAdjust="0"/>
    <p:restoredTop sz="87734" autoAdjust="0"/>
  </p:normalViewPr>
  <p:slideViewPr>
    <p:cSldViewPr>
      <p:cViewPr varScale="1">
        <p:scale>
          <a:sx n="71" d="100"/>
          <a:sy n="71" d="100"/>
        </p:scale>
        <p:origin x="130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F1487-8AB1-4996-A6A4-CDD2E606A675}" type="datetimeFigureOut">
              <a:rPr lang="en-US" smtClean="0"/>
              <a:pPr/>
              <a:t>5/9/2021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73BC0-24F9-4F1E-8BAD-428C332BC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3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48" y="20547"/>
            <a:ext cx="3498527" cy="28253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3486" y="20548"/>
            <a:ext cx="5624418" cy="28254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923" y="2818500"/>
            <a:ext cx="7668994" cy="22962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62119" y="2819400"/>
            <a:ext cx="1461333" cy="2293850"/>
          </a:xfrm>
          <a:prstGeom prst="rect">
            <a:avLst/>
          </a:prstGeom>
        </p:spPr>
      </p:pic>
      <p:pic>
        <p:nvPicPr>
          <p:cNvPr id="11" name="Picture 10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548" y="5089818"/>
            <a:ext cx="9098280" cy="17373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755230" y="2469776"/>
            <a:ext cx="304800" cy="152400"/>
          </a:xfrm>
          <a:prstGeom prst="rect">
            <a:avLst/>
          </a:prstGeom>
          <a:solidFill>
            <a:srgbClr val="F274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47F28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C1CC6D-82C9-457C-BB17-10F24FFEDE5A}" type="datetime1">
              <a:rPr lang="en-US" smtClean="0"/>
              <a:pPr/>
              <a:t>5/9/2021</a:t>
            </a:fld>
            <a:endParaRPr lang="en-US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3581400" y="1295400"/>
            <a:ext cx="5105400" cy="1416269"/>
          </a:xfrm>
        </p:spPr>
        <p:txBody>
          <a:bodyPr anchor="b">
            <a:normAutofit/>
          </a:bodyPr>
          <a:lstStyle>
            <a:lvl1pPr algn="r">
              <a:buNone/>
              <a:defRPr lang="en-US" sz="2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44" y="4114800"/>
            <a:ext cx="7315200" cy="914400"/>
          </a:xfrm>
        </p:spPr>
        <p:txBody>
          <a:bodyPr anchor="b" anchorCtr="0">
            <a:normAutofit/>
          </a:bodyPr>
          <a:lstStyle>
            <a:lvl1pPr marL="0" indent="0">
              <a:defRPr lang="en-US" sz="3600" b="1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06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build="p">
        <p:tmplLst>
          <p:tmpl lvl="1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1007328" y="1946209"/>
            <a:ext cx="1583472" cy="1295400"/>
          </a:xfrm>
          <a:prstGeom prst="ellipse">
            <a:avLst/>
          </a:prstGeom>
          <a:gradFill flip="none" rotWithShape="1">
            <a:gsLst>
              <a:gs pos="63000">
                <a:schemeClr val="bg1">
                  <a:alpha val="7000"/>
                </a:schemeClr>
              </a:gs>
              <a:gs pos="72000">
                <a:schemeClr val="bg1">
                  <a:alpha val="15000"/>
                </a:schemeClr>
              </a:gs>
              <a:gs pos="91000">
                <a:schemeClr val="bg1">
                  <a:alpha val="2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prstClr val="white"/>
                </a:solidFill>
              </a:rPr>
              <a:t>      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1003B178-A40C-4248-A173-6DB3F760F9F8}" type="datetime1">
              <a:rPr lang="en-US" smtClean="0"/>
              <a:pPr/>
              <a:t>5/9/2021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180" y="76200"/>
            <a:ext cx="8403020" cy="685800"/>
          </a:xfrm>
        </p:spPr>
        <p:txBody>
          <a:bodyPr anchor="ctr" anchorCtr="0">
            <a:normAutofit/>
          </a:bodyPr>
          <a:lstStyle>
            <a:lvl1pPr algn="l">
              <a:defRPr sz="3600" b="1">
                <a:solidFill>
                  <a:srgbClr val="215B2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F37CD72F-627D-4911-B45A-DAEAA94CC3C6}" type="datetime1">
              <a:rPr lang="en-US" smtClean="0"/>
              <a:pPr/>
              <a:t>5/9/2021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5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180" y="76200"/>
            <a:ext cx="8403020" cy="685800"/>
          </a:xfrm>
        </p:spPr>
        <p:txBody>
          <a:bodyPr anchor="ctr" anchorCtr="0">
            <a:normAutofit/>
          </a:bodyPr>
          <a:lstStyle>
            <a:lvl1pPr algn="l">
              <a:defRPr sz="3600" b="1">
                <a:solidFill>
                  <a:srgbClr val="215B2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216AB97F-5E97-4761-8FC9-F741E7D0FC52}" type="datetime1">
              <a:rPr lang="en-US" smtClean="0"/>
              <a:pPr/>
              <a:t>5/9/2021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2"/>
            <a:ext cx="4038600" cy="3971455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3971454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77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1"/>
            <a:ext cx="7068015" cy="838200"/>
          </a:xfrm>
        </p:spPr>
        <p:txBody>
          <a:bodyPr anchor="b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2"/>
            <a:ext cx="4038600" cy="3971455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3971454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A566-CF3A-4183-B2EA-413A7B15993B}" type="datetime1">
              <a:rPr lang="en-US" smtClean="0"/>
              <a:pPr/>
              <a:t>5/9/2021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Nguyễn Phi Hùng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6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70B2A-D27A-4989-A00A-BB60B101990B}" type="datetimeFigureOut">
              <a:rPr lang="en-US"/>
              <a:pPr>
                <a:defRPr/>
              </a:pPr>
              <a:t>5/9/2021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955DB-9F08-4231-B41C-2EDF83F31F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7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70C79-3E8E-4665-B07E-5F7F36BFCF66}" type="datetime1">
              <a:rPr lang="en-US" smtClean="0"/>
              <a:pPr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Nguyễn Phi Hùng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659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PowerPoint_Presentation1.ppt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sz="quarter" idx="14"/>
          </p:nvPr>
        </p:nvSpPr>
        <p:spPr>
          <a:xfrm>
            <a:off x="4267200" y="1981200"/>
            <a:ext cx="4419600" cy="730469"/>
          </a:xfrm>
        </p:spPr>
        <p:txBody>
          <a:bodyPr>
            <a:noAutofit/>
          </a:bodyPr>
          <a:lstStyle/>
          <a:p>
            <a:r>
              <a:rPr lang="en-US" sz="3600" dirty="0" smtClean="0"/>
              <a:t>THỐNG KÊ TOÁN HỌC</a:t>
            </a:r>
            <a:endParaRPr lang="en-US" sz="3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>
                <a:latin typeface="+mj-lt"/>
                <a:cs typeface="Times New Roman" pitchFamily="18" charset="0"/>
              </a:rPr>
              <a:t>KIỂM ĐỊNH</a:t>
            </a:r>
            <a:endParaRPr lang="en-US" sz="3800" dirty="0">
              <a:latin typeface="+mj-lt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ABEA-D080-4663-818B-C634D3E5E79C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F1293206-961D-47D5-BF8C-F4E3568F5C23}" type="slidenum">
              <a:rPr lang="en-US" smtClean="0"/>
              <a:pPr/>
              <a:t>1</a:t>
            </a:fld>
            <a:endParaRPr lang="en-US"/>
          </a:p>
        </p:txBody>
      </p:sp>
      <p:graphicFrame>
        <p:nvGraphicFramePr>
          <p:cNvPr id="5" name="Đối tượng 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477239"/>
              </p:ext>
            </p:extLst>
          </p:nvPr>
        </p:nvGraphicFramePr>
        <p:xfrm>
          <a:off x="98425" y="98425"/>
          <a:ext cx="4562475" cy="341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Presentation" r:id="rId3" imgW="4562270" imgH="3419575" progId="PowerPoint.Show.12">
                  <p:embed/>
                </p:oleObj>
              </mc:Choice>
              <mc:Fallback>
                <p:oleObj name="Presentation" r:id="rId3" imgW="4562270" imgH="3419575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562475" cy="341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373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831532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5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447675"/>
            <a:ext cx="8277225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447675"/>
            <a:ext cx="828675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3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Nhóm 3"/>
          <p:cNvGrpSpPr/>
          <p:nvPr/>
        </p:nvGrpSpPr>
        <p:grpSpPr>
          <a:xfrm>
            <a:off x="414337" y="485775"/>
            <a:ext cx="8315325" cy="5886450"/>
            <a:chOff x="414337" y="485775"/>
            <a:chExt cx="8315325" cy="5886450"/>
          </a:xfrm>
        </p:grpSpPr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337" y="485775"/>
              <a:ext cx="8315325" cy="5886450"/>
            </a:xfrm>
            <a:prstGeom prst="rect">
              <a:avLst/>
            </a:prstGeom>
          </p:spPr>
        </p:pic>
        <p:pic>
          <p:nvPicPr>
            <p:cNvPr id="3" name="Ảnh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0320" y="3415832"/>
              <a:ext cx="438150" cy="295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177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23862"/>
            <a:ext cx="8305800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0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433387"/>
            <a:ext cx="835342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9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442912"/>
            <a:ext cx="82677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1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438150"/>
            <a:ext cx="825817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5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481012"/>
            <a:ext cx="833437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9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466725"/>
            <a:ext cx="8258175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5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447675"/>
            <a:ext cx="832485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442912"/>
            <a:ext cx="835342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1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" y="0"/>
            <a:ext cx="90297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09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894" y="13447"/>
            <a:ext cx="9144000" cy="387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8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94"/>
            <a:ext cx="879157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7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9138"/>
          </a:xfrm>
          <a:prstGeom prst="rect">
            <a:avLst/>
          </a:prstGeom>
        </p:spPr>
      </p:pic>
      <p:pic>
        <p:nvPicPr>
          <p:cNvPr id="3" name="Ản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90600"/>
            <a:ext cx="818197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0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64" y="152400"/>
            <a:ext cx="888682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1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896302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8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Fresh">
      <a:dk1>
        <a:srgbClr val="262626"/>
      </a:dk1>
      <a:lt1>
        <a:sysClr val="window" lastClr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5E1B0ADDD1C345AF480BF229DAEA3E" ma:contentTypeVersion="8" ma:contentTypeDescription="Create a new document." ma:contentTypeScope="" ma:versionID="609571aa68b7f76b22469eb6f0017d47">
  <xsd:schema xmlns:xsd="http://www.w3.org/2001/XMLSchema" xmlns:xs="http://www.w3.org/2001/XMLSchema" xmlns:p="http://schemas.microsoft.com/office/2006/metadata/properties" xmlns:ns2="33745a8b-8f9a-4a31-827a-032f4556a772" targetNamespace="http://schemas.microsoft.com/office/2006/metadata/properties" ma:root="true" ma:fieldsID="917ba89a8c29bee68458b358f06be14b" ns2:_="">
    <xsd:import namespace="33745a8b-8f9a-4a31-827a-032f4556a7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745a8b-8f9a-4a31-827a-032f4556a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C037D1-31D7-4947-AED2-4CB5D5F6632D}"/>
</file>

<file path=customXml/itemProps2.xml><?xml version="1.0" encoding="utf-8"?>
<ds:datastoreItem xmlns:ds="http://schemas.openxmlformats.org/officeDocument/2006/customXml" ds:itemID="{1A25BC51-B1C5-4C9B-8AAD-31849B2FA11C}"/>
</file>

<file path=customXml/itemProps3.xml><?xml version="1.0" encoding="utf-8"?>
<ds:datastoreItem xmlns:ds="http://schemas.openxmlformats.org/officeDocument/2006/customXml" ds:itemID="{B92F4113-5752-41FF-A3C7-FA06114CBE0B}"/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3058</TotalTime>
  <Words>8</Words>
  <Application>Microsoft Office PowerPoint</Application>
  <PresentationFormat>Trình chiếu Trên màn hình (4:3)</PresentationFormat>
  <Paragraphs>4</Paragraphs>
  <Slides>19</Slides>
  <Notes>0</Notes>
  <HiddenSlides>0</HiddenSlides>
  <MMClips>0</MMClips>
  <ScaleCrop>false</ScaleCrop>
  <HeadingPairs>
    <vt:vector size="8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Máy chủ nhúng OLE</vt:lpstr>
      </vt:variant>
      <vt:variant>
        <vt:i4>1</vt:i4>
      </vt:variant>
      <vt:variant>
        <vt:lpstr>Tiêu đề Bản chiếu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Theme1</vt:lpstr>
      <vt:lpstr>Presentation</vt:lpstr>
      <vt:lpstr>KIỂM ĐỊNH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XÁC SUẤT CƠ BẢN</dc:title>
  <dc:creator>Phi Hung</dc:creator>
  <cp:lastModifiedBy>Van Le Huynh My</cp:lastModifiedBy>
  <cp:revision>260</cp:revision>
  <dcterms:created xsi:type="dcterms:W3CDTF">2006-08-16T00:00:00Z</dcterms:created>
  <dcterms:modified xsi:type="dcterms:W3CDTF">2021-05-09T17:07:27Z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0x010100DD5E1B0ADDD1C345AF480BF229DAEA3E</vt:lpwstr>
  </property>
</Properties>
</file>